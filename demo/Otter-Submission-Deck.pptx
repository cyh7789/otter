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handoutMasterIdLst>
    <p:handoutMasterId r:id="rId13"/>
  </p:handoutMasterIdLst>
  <p:sldIdLst>
    <p:sldId id="337" r:id="rId5"/>
    <p:sldId id="354" r:id="rId6"/>
    <p:sldId id="342" r:id="rId7"/>
    <p:sldId id="372" r:id="rId8"/>
    <p:sldId id="374" r:id="rId9"/>
    <p:sldId id="375" r:id="rId10"/>
    <p:sldId id="370" r:id="rId11"/>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1pPr>
    <a:lvl2pPr marL="0" marR="0" indent="457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2pPr>
    <a:lvl3pPr marL="0" marR="0" indent="914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3pPr>
    <a:lvl4pPr marL="0" marR="0" indent="1371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4pPr>
    <a:lvl5pPr marL="0" marR="0" indent="18288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5pPr>
    <a:lvl6pPr marL="0" marR="0" indent="22860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6pPr>
    <a:lvl7pPr marL="0" marR="0" indent="2743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7pPr>
    <a:lvl8pPr marL="0" marR="0" indent="3200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8pPr>
    <a:lvl9pPr marL="0" marR="0" indent="3657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9pPr>
  </p:defaultTextStyle>
  <p:extLst>
    <p:ext uri="{521415D9-36F7-43E2-AB2F-B90AF26B5E84}">
      <p14:sectionLst xmlns:p14="http://schemas.microsoft.com/office/powerpoint/2010/main">
        <p14:section name="Default Section" id="{6C324C1D-D0BD-8043-9069-CA71A62BB3BD}">
          <p14:sldIdLst>
            <p14:sldId id="337"/>
            <p14:sldId id="354"/>
            <p14:sldId id="342"/>
            <p14:sldId id="372"/>
            <p14:sldId id="374"/>
            <p14:sldId id="375"/>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A2B3"/>
    <a:srgbClr val="C861C8"/>
    <a:srgbClr val="303434"/>
    <a:srgbClr val="434548"/>
    <a:srgbClr val="616161"/>
    <a:srgbClr val="B9B9B9"/>
    <a:srgbClr val="DADADA"/>
    <a:srgbClr val="F7F7F7"/>
    <a:srgbClr val="721372"/>
    <a:srgbClr val="FFC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8FB54-9E15-1B4E-8570-EA08DE6115C5}" v="13" dt="2026-05-14T16:55:49.76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chemeClr val="accent4">
          <a:hueOff val="-839560"/>
          <a:satOff val="19935"/>
          <a:lumOff val="-15534"/>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DCECA"/>
          </a:solidFill>
        </a:fill>
      </a:tcStyle>
    </a:wholeTbl>
    <a:band2H>
      <a:tcTxStyle/>
      <a:tcStyle>
        <a:tcBdr/>
        <a:fill>
          <a:solidFill>
            <a:srgbClr val="FEE8E7"/>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00000"/>
              </a:solidFill>
              <a:prstDash val="solid"/>
              <a:round/>
            </a:ln>
          </a:left>
          <a:right>
            <a:ln w="9525" cap="flat">
              <a:solidFill>
                <a:srgbClr val="000000"/>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C65CD"/>
              </a:solidFill>
              <a:prstDash val="solid"/>
              <a:round/>
            </a:ln>
          </a:left>
          <a:right>
            <a:ln w="9525" cap="flat">
              <a:solidFill>
                <a:srgbClr val="0C65CD"/>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chemeClr val="accent6"/>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C65CD"/>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2CBD1"/>
          </a:solidFill>
        </a:fill>
      </a:tcStyle>
    </a:wholeTbl>
    <a:band2H>
      <a:tcTxStyle/>
      <a:tcStyle>
        <a:tcBdr/>
        <a:fill>
          <a:solidFill>
            <a:srgbClr val="F8E7E9"/>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CAD2ED"/>
          </a:solidFill>
        </a:fill>
      </a:tcStyle>
    </a:wholeTbl>
    <a:band2H>
      <a:tcTxStyle/>
      <a:tcStyle>
        <a:tcBdr/>
        <a:fill>
          <a:solidFill>
            <a:srgbClr val="E6EAF6"/>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hueOff val="-3600000"/>
              <a:lumOff val="3392"/>
            </a:schemeClr>
          </a:solid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30"/>
  </p:normalViewPr>
  <p:slideViewPr>
    <p:cSldViewPr snapToGrid="0">
      <p:cViewPr varScale="1">
        <p:scale>
          <a:sx n="113" d="100"/>
          <a:sy n="113" d="100"/>
        </p:scale>
        <p:origin x="808" y="176"/>
      </p:cViewPr>
      <p:guideLst/>
    </p:cSldViewPr>
  </p:slideViewPr>
  <p:notesTextViewPr>
    <p:cViewPr>
      <p:scale>
        <a:sx n="1" d="1"/>
        <a:sy n="1" d="1"/>
      </p:scale>
      <p:origin x="0" y="0"/>
    </p:cViewPr>
  </p:notesTextViewPr>
  <p:sorterViewPr>
    <p:cViewPr>
      <p:scale>
        <a:sx n="100" d="100"/>
        <a:sy n="100" d="100"/>
      </p:scale>
      <p:origin x="0" y="-769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6FAA0A-FC1C-16A3-947D-27CA299F0CC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T"/>
          </a:p>
        </p:txBody>
      </p:sp>
      <p:sp>
        <p:nvSpPr>
          <p:cNvPr id="3" name="Date Placeholder 2">
            <a:extLst>
              <a:ext uri="{FF2B5EF4-FFF2-40B4-BE49-F238E27FC236}">
                <a16:creationId xmlns:a16="http://schemas.microsoft.com/office/drawing/2014/main" id="{70307311-BDEC-D4A7-5DDC-01B587EB82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8BDA8-95A5-5741-9E04-1D392DE0C9D6}" type="datetimeFigureOut">
              <a:rPr lang="en-MT" smtClean="0"/>
              <a:t>05/14/2026</a:t>
            </a:fld>
            <a:endParaRPr lang="en-MT"/>
          </a:p>
        </p:txBody>
      </p:sp>
      <p:sp>
        <p:nvSpPr>
          <p:cNvPr id="4" name="Footer Placeholder 3">
            <a:extLst>
              <a:ext uri="{FF2B5EF4-FFF2-40B4-BE49-F238E27FC236}">
                <a16:creationId xmlns:a16="http://schemas.microsoft.com/office/drawing/2014/main" id="{E3FCE49B-559A-A90A-CAF1-B34EC18C78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T"/>
          </a:p>
        </p:txBody>
      </p:sp>
      <p:sp>
        <p:nvSpPr>
          <p:cNvPr id="5" name="Slide Number Placeholder 4">
            <a:extLst>
              <a:ext uri="{FF2B5EF4-FFF2-40B4-BE49-F238E27FC236}">
                <a16:creationId xmlns:a16="http://schemas.microsoft.com/office/drawing/2014/main" id="{DE2AC87E-DA3E-6219-6F13-32E821153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EB7B2-FA3B-F342-8F52-824AF5CBEE2B}" type="slidenum">
              <a:rPr lang="en-MT" smtClean="0"/>
              <a:t>‹#›</a:t>
            </a:fld>
            <a:endParaRPr lang="en-MT"/>
          </a:p>
        </p:txBody>
      </p:sp>
    </p:spTree>
    <p:extLst>
      <p:ext uri="{BB962C8B-B14F-4D97-AF65-F5344CB8AC3E}">
        <p14:creationId xmlns:p14="http://schemas.microsoft.com/office/powerpoint/2010/main" val="34386062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8" name="Shape 133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339" name="Shape 1339"/>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defRPr sz="1200" b="0" i="0">
        <a:latin typeface="Arial" panose="020B0604020202020204" pitchFamily="34" charset="0"/>
        <a:ea typeface="+mn-ea"/>
        <a:cs typeface="Arial" panose="020B0604020202020204" pitchFamily="34" charset="0"/>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 Id="rId3" Type="http://schemas.openxmlformats.org/officeDocument/2006/relationships/image" Target="../media/image3.emf"/><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 Id="rId3" Type="http://schemas.openxmlformats.org/officeDocument/2006/relationships/image" Target="../media/image8.emf"/><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 Id="rId3"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emf"/><Relationship Id="rId3"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14.png"/><Relationship Id="rId4"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A73C4D-E2FF-BC90-DBF6-09E2EA6F6D72}"/>
              </a:ext>
            </a:extLst>
          </p:cNvPr>
          <p:cNvPicPr>
            <a:picLocks noChangeAspect="1"/>
          </p:cNvPicPr>
          <p:nvPr userDrawn="1"/>
        </p:nvPicPr>
        <p:blipFill>
          <a:blip r:embed="rId2"/>
          <a:stretch>
            <a:fillRect/>
          </a:stretch>
        </p:blipFill>
        <p:spPr>
          <a:xfrm>
            <a:off x="10197670" y="5461000"/>
            <a:ext cx="1816100" cy="1206500"/>
          </a:xfrm>
          <a:prstGeom prst="rect">
            <a:avLst/>
          </a:prstGeom>
        </p:spPr>
      </p:pic>
      <p:pic>
        <p:nvPicPr>
          <p:cNvPr id="5" name="Picture 4">
            <a:extLst>
              <a:ext uri="{FF2B5EF4-FFF2-40B4-BE49-F238E27FC236}">
                <a16:creationId xmlns:a16="http://schemas.microsoft.com/office/drawing/2014/main" id="{6169F764-5DCA-C9B6-5696-0A62DF5AD932}"/>
              </a:ext>
            </a:extLst>
          </p:cNvPr>
          <p:cNvPicPr>
            <a:picLocks noChangeAspect="1"/>
          </p:cNvPicPr>
          <p:nvPr userDrawn="1"/>
        </p:nvPicPr>
        <p:blipFill>
          <a:blip r:embed="rId3"/>
          <a:stretch>
            <a:fillRect/>
          </a:stretch>
        </p:blipFill>
        <p:spPr>
          <a:xfrm>
            <a:off x="165529" y="190499"/>
            <a:ext cx="1816100" cy="1206500"/>
          </a:xfrm>
          <a:prstGeom prst="rect">
            <a:avLst/>
          </a:prstGeom>
        </p:spPr>
      </p:pic>
      <p:sp>
        <p:nvSpPr>
          <p:cNvPr id="16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163"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164" name="Presentation subtitle goes here."/>
          <p:cNvSpPr txBox="1">
            <a:spLocks noGrp="1"/>
          </p:cNvSpPr>
          <p:nvPr>
            <p:ph type="body" sz="quarter" idx="21" hasCustomPrompt="1"/>
          </p:nvPr>
        </p:nvSpPr>
        <p:spPr>
          <a:xfrm>
            <a:off x="640800" y="5850000"/>
            <a:ext cx="3818481" cy="630165"/>
          </a:xfrm>
          <a:prstGeom prst="rect">
            <a:avLst/>
          </a:prstGeom>
        </p:spPr>
        <p:txBody>
          <a:bodyPr lIns="0" tIns="0" rIns="0" bIns="0"/>
          <a:lstStyle>
            <a:lvl1pPr>
              <a:lnSpc>
                <a:spcPts val="1000"/>
              </a:lnSpc>
              <a:spcBef>
                <a:spcPts val="0"/>
              </a:spcBef>
              <a:tabLst>
                <a:tab pos="2222500" algn="l"/>
              </a:tabLst>
              <a:defRPr sz="700" spc="-25">
                <a:solidFill>
                  <a:srgbClr val="A32200"/>
                </a:solidFill>
              </a:defRPr>
            </a:lvl1pPr>
          </a:lstStyle>
          <a:p>
            <a:r>
              <a:rPr dirty="0"/>
              <a:t>Presentation subtitle goes here.</a:t>
            </a:r>
          </a:p>
        </p:txBody>
      </p:sp>
      <p:sp>
        <p:nvSpPr>
          <p:cNvPr id="166" name="Presentation subtitle goes here."/>
          <p:cNvSpPr txBox="1">
            <a:spLocks noGrp="1"/>
          </p:cNvSpPr>
          <p:nvPr>
            <p:ph type="body" sz="quarter" idx="23" hasCustomPrompt="1"/>
          </p:nvPr>
        </p:nvSpPr>
        <p:spPr>
          <a:xfrm>
            <a:off x="640800" y="4574120"/>
            <a:ext cx="8822225" cy="914427"/>
          </a:xfrm>
          <a:prstGeom prst="rect">
            <a:avLst/>
          </a:prstGeom>
        </p:spPr>
        <p:txBody>
          <a:bodyPr lIns="0" tIns="0" rIns="0" bIns="0"/>
          <a:lstStyle>
            <a:lvl1pPr>
              <a:lnSpc>
                <a:spcPts val="2000"/>
              </a:lnSpc>
              <a:spcBef>
                <a:spcPts val="0"/>
              </a:spcBef>
              <a:tabLst>
                <a:tab pos="2222500" algn="l"/>
              </a:tabLst>
              <a:defRPr sz="2000" spc="-71">
                <a:solidFill>
                  <a:schemeClr val="bg1"/>
                </a:solidFill>
              </a:defRPr>
            </a:lvl1pPr>
          </a:lstStyle>
          <a:p>
            <a:r>
              <a:rPr dirty="0"/>
              <a:t>Presentation subtitle goes here.</a:t>
            </a:r>
          </a:p>
        </p:txBody>
      </p:sp>
      <p:sp>
        <p:nvSpPr>
          <p:cNvPr id="10" name="Subtitle 2">
            <a:extLst>
              <a:ext uri="{FF2B5EF4-FFF2-40B4-BE49-F238E27FC236}">
                <a16:creationId xmlns:a16="http://schemas.microsoft.com/office/drawing/2014/main" id="{2F44458A-4D04-C6D0-24DA-103FE0768467}"/>
              </a:ext>
            </a:extLst>
          </p:cNvPr>
          <p:cNvSpPr>
            <a:spLocks noGrp="1"/>
          </p:cNvSpPr>
          <p:nvPr>
            <p:ph type="subTitle" idx="1" hasCustomPrompt="1"/>
          </p:nvPr>
        </p:nvSpPr>
        <p:spPr>
          <a:xfrm>
            <a:off x="644227" y="2845823"/>
            <a:ext cx="8820000" cy="1513235"/>
          </a:xfrm>
          <a:prstGeom prst="rect">
            <a:avLst/>
          </a:prstGeom>
        </p:spPr>
        <p:txBody>
          <a:bodyPr wrap="square" lIns="0" tIns="0" rIns="0" bIns="0" anchor="t" anchorCtr="0">
            <a:noAutofit/>
          </a:bodyPr>
          <a:lstStyle>
            <a:lvl1pPr marL="0" indent="0" algn="l">
              <a:lnSpc>
                <a:spcPts val="5500"/>
              </a:lnSpc>
              <a:spcBef>
                <a:spcPts val="800"/>
              </a:spcBef>
              <a:buNone/>
              <a:defRPr sz="6000" b="1" i="0" spc="-3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Presentation title</a:t>
            </a:r>
          </a:p>
          <a:p>
            <a:r>
              <a:rPr lang="en-US" dirty="0"/>
              <a:t>goes here.</a:t>
            </a:r>
          </a:p>
        </p:txBody>
      </p:sp>
      <p:pic>
        <p:nvPicPr>
          <p:cNvPr id="2" name="Picture 1">
            <a:extLst>
              <a:ext uri="{FF2B5EF4-FFF2-40B4-BE49-F238E27FC236}">
                <a16:creationId xmlns:a16="http://schemas.microsoft.com/office/drawing/2014/main" id="{D3154DDD-3D9A-5E49-4676-55F39F4870EE}"/>
              </a:ext>
            </a:extLst>
          </p:cNvPr>
          <p:cNvPicPr>
            <a:picLocks noChangeAspect="1"/>
          </p:cNvPicPr>
          <p:nvPr userDrawn="1"/>
        </p:nvPicPr>
        <p:blipFill>
          <a:blip r:embed="rId4"/>
          <a:stretch>
            <a:fillRect/>
          </a:stretch>
        </p:blipFill>
        <p:spPr>
          <a:xfrm>
            <a:off x="10121449" y="507429"/>
            <a:ext cx="1496116" cy="748058"/>
          </a:xfrm>
          <a:prstGeom prst="rect">
            <a:avLst/>
          </a:prstGeom>
        </p:spPr>
      </p:pic>
    </p:spTree>
    <p:extLst>
      <p:ext uri="{BB962C8B-B14F-4D97-AF65-F5344CB8AC3E}">
        <p14:creationId xmlns:p14="http://schemas.microsoft.com/office/powerpoint/2010/main" val="81060303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0BA2B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4F7324-CA8B-196E-4623-63A5CEE8EAF1}"/>
              </a:ext>
            </a:extLst>
          </p:cNvPr>
          <p:cNvPicPr>
            <a:picLocks noChangeAspect="1"/>
          </p:cNvPicPr>
          <p:nvPr userDrawn="1"/>
        </p:nvPicPr>
        <p:blipFill>
          <a:blip r:embed="rId2"/>
          <a:stretch>
            <a:fillRect/>
          </a:stretch>
        </p:blipFill>
        <p:spPr>
          <a:xfrm>
            <a:off x="10489770" y="5461000"/>
            <a:ext cx="1524000" cy="1206500"/>
          </a:xfrm>
          <a:prstGeom prst="rect">
            <a:avLst/>
          </a:prstGeom>
        </p:spPr>
      </p:pic>
      <p:sp>
        <p:nvSpPr>
          <p:cNvPr id="40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404" name="Presentation subtitle goes here."/>
          <p:cNvSpPr txBox="1">
            <a:spLocks noGrp="1"/>
          </p:cNvSpPr>
          <p:nvPr>
            <p:ph type="body" sz="quarter" idx="22" hasCustomPrompt="1"/>
          </p:nvPr>
        </p:nvSpPr>
        <p:spPr>
          <a:xfrm>
            <a:off x="640800" y="5886454"/>
            <a:ext cx="8280000" cy="451754"/>
          </a:xfrm>
          <a:prstGeom prst="rect">
            <a:avLst/>
          </a:prstGeom>
        </p:spPr>
        <p:txBody>
          <a:bodyPr lIns="0" tIns="0" rIns="0" bIns="0"/>
          <a:lstStyle>
            <a:lvl1pPr>
              <a:lnSpc>
                <a:spcPts val="1500"/>
              </a:lnSpc>
              <a:spcBef>
                <a:spcPts val="0"/>
              </a:spcBef>
              <a:tabLst>
                <a:tab pos="2222500" algn="l"/>
              </a:tabLst>
              <a:defRPr sz="1500" spc="-53">
                <a:solidFill>
                  <a:schemeClr val="bg1"/>
                </a:solidFill>
              </a:defRPr>
            </a:lvl1pPr>
          </a:lstStyle>
          <a:p>
            <a:r>
              <a:rPr dirty="0"/>
              <a:t>Presentation subtitle goes here.</a:t>
            </a:r>
          </a:p>
        </p:txBody>
      </p:sp>
      <p:sp>
        <p:nvSpPr>
          <p:cNvPr id="411"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2" name="Title 1">
            <a:extLst>
              <a:ext uri="{FF2B5EF4-FFF2-40B4-BE49-F238E27FC236}">
                <a16:creationId xmlns:a16="http://schemas.microsoft.com/office/drawing/2014/main" id="{C47FAC7F-2270-BA58-47C4-1CCA98AFDC48}"/>
              </a:ext>
            </a:extLst>
          </p:cNvPr>
          <p:cNvSpPr>
            <a:spLocks noGrp="1"/>
          </p:cNvSpPr>
          <p:nvPr>
            <p:ph type="title" hasCustomPrompt="1"/>
          </p:nvPr>
        </p:nvSpPr>
        <p:spPr>
          <a:xfrm>
            <a:off x="640800" y="4843803"/>
            <a:ext cx="8280000" cy="1037888"/>
          </a:xfrm>
          <a:prstGeom prst="rect">
            <a:avLst/>
          </a:prstGeom>
        </p:spPr>
        <p:txBody>
          <a:bodyPr lIns="0" tIns="0" rIns="0" bIns="0"/>
          <a:lstStyle>
            <a:lvl1pPr>
              <a:lnSpc>
                <a:spcPts val="4000"/>
              </a:lnSpc>
              <a:spcBef>
                <a:spcPts val="0"/>
              </a:spcBef>
              <a:defRPr sz="4000" spc="-220" baseline="0">
                <a:solidFill>
                  <a:srgbClr val="FFFFFF"/>
                </a:solidFill>
              </a:defRPr>
            </a:lvl1pPr>
          </a:lstStyle>
          <a:p>
            <a:r>
              <a:rPr lang="en-GB" dirty="0"/>
              <a:t>Presentation title goes here</a:t>
            </a:r>
            <a:br>
              <a:rPr lang="en-GB" dirty="0"/>
            </a:br>
            <a:r>
              <a:rPr lang="en-GB" dirty="0"/>
              <a:t>in maximum 2 lines.</a:t>
            </a:r>
            <a:endParaRPr lang="en-RS" dirty="0"/>
          </a:p>
        </p:txBody>
      </p:sp>
      <p:pic>
        <p:nvPicPr>
          <p:cNvPr id="6" name="Picture 5">
            <a:extLst>
              <a:ext uri="{FF2B5EF4-FFF2-40B4-BE49-F238E27FC236}">
                <a16:creationId xmlns:a16="http://schemas.microsoft.com/office/drawing/2014/main" id="{133CDE45-56ED-B37C-C67D-C43BC1CBB0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616196" y="435122"/>
            <a:ext cx="1116970" cy="363664"/>
          </a:xfrm>
          <a:prstGeom prst="rect">
            <a:avLst/>
          </a:prstGeom>
        </p:spPr>
      </p:pic>
    </p:spTree>
    <p:extLst>
      <p:ext uri="{BB962C8B-B14F-4D97-AF65-F5344CB8AC3E}">
        <p14:creationId xmlns:p14="http://schemas.microsoft.com/office/powerpoint/2010/main" val="370291974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285484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B8B9E036-63B8-BABD-33F1-5BC9082BA90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7484295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8094EDF9-0B9F-F29C-3C80-EFBD9E4D6C49}"/>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84167BFE-ED3C-83B8-FECA-185F5C7BA577}"/>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26924384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B5EC6-D35A-10B8-5EA0-50BF83AD45B9}"/>
              </a:ext>
            </a:extLst>
          </p:cNvPr>
          <p:cNvSpPr>
            <a:spLocks noGrp="1"/>
          </p:cNvSpPr>
          <p:nvPr>
            <p:ph type="title" hasCustomPrompt="1"/>
          </p:nvPr>
        </p:nvSpPr>
        <p:spPr/>
        <p:txBody>
          <a:bodyPr/>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9269A480-B1A1-5C47-6F30-1A57779A5887}"/>
              </a:ext>
            </a:extLst>
          </p:cNvPr>
          <p:cNvSpPr>
            <a:spLocks noGrp="1"/>
          </p:cNvSpPr>
          <p:nvPr>
            <p:ph type="sldNum" sz="quarter" idx="10"/>
          </p:nvPr>
        </p:nvSpPr>
        <p:spPr/>
        <p:txBody>
          <a:bodyPr/>
          <a:lstStyle/>
          <a:p>
            <a:fld id="{86CB4B4D-7CA3-9044-876B-883B54F8677D}" type="slidenum">
              <a:rPr lang="en-MT" smtClean="0"/>
              <a:t>‹#›</a:t>
            </a:fld>
            <a:endParaRPr lang="en-MT" dirty="0"/>
          </a:p>
        </p:txBody>
      </p:sp>
    </p:spTree>
    <p:extLst>
      <p:ext uri="{BB962C8B-B14F-4D97-AF65-F5344CB8AC3E}">
        <p14:creationId xmlns:p14="http://schemas.microsoft.com/office/powerpoint/2010/main" val="1437223348"/>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A37C948F-854A-8FBB-50DD-E5D312C9C27A}"/>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AA22D9B2-02EB-3F5D-FE5D-896350F8429D}"/>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63116697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Headline only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0F83599E-08BA-C7BD-E23C-5534343B05C5}"/>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28ED4990-B85C-39F0-60DA-A271B7492A1E}"/>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4411045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2 Conten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F7E67D-18D5-6A8D-7953-FEA5113E7AB7}"/>
              </a:ext>
            </a:extLst>
          </p:cNvPr>
          <p:cNvPicPr>
            <a:picLocks noChangeAspect="1"/>
          </p:cNvPicPr>
          <p:nvPr userDrawn="1"/>
        </p:nvPicPr>
        <p:blipFill>
          <a:blip r:embed="rId2"/>
          <a:stretch>
            <a:fillRect/>
          </a:stretch>
        </p:blipFill>
        <p:spPr>
          <a:xfrm>
            <a:off x="6089650" y="0"/>
            <a:ext cx="6089650" cy="2087592"/>
          </a:xfrm>
          <a:prstGeom prst="rect">
            <a:avLst/>
          </a:prstGeom>
        </p:spPr>
      </p:pic>
      <p:pic>
        <p:nvPicPr>
          <p:cNvPr id="7" name="Picture 6">
            <a:extLst>
              <a:ext uri="{FF2B5EF4-FFF2-40B4-BE49-F238E27FC236}">
                <a16:creationId xmlns:a16="http://schemas.microsoft.com/office/drawing/2014/main" id="{B02CA3FB-76AE-FD67-66CE-9977642A8241}"/>
              </a:ext>
            </a:extLst>
          </p:cNvPr>
          <p:cNvPicPr>
            <a:picLocks noChangeAspect="1"/>
          </p:cNvPicPr>
          <p:nvPr userDrawn="1"/>
        </p:nvPicPr>
        <p:blipFill>
          <a:blip r:embed="rId3"/>
          <a:stretch>
            <a:fillRect/>
          </a:stretch>
        </p:blipFill>
        <p:spPr>
          <a:xfrm>
            <a:off x="0" y="2692400"/>
            <a:ext cx="4178300" cy="4165600"/>
          </a:xfrm>
          <a:prstGeom prst="rect">
            <a:avLst/>
          </a:prstGeom>
        </p:spPr>
      </p:pic>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lvl1pPr>
              <a:defRPr>
                <a:solidFill>
                  <a:schemeClr val="bg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noChangeAspect="1"/>
          </p:cNvSpPr>
          <p:nvPr>
            <p:ph type="body" sz="quarter" idx="15" hasCustomPrompt="1"/>
          </p:nvPr>
        </p:nvSpPr>
        <p:spPr>
          <a:xfrm>
            <a:off x="36000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CF5A879-E102-A7F6-E438-DA657371CA28}"/>
              </a:ext>
            </a:extLst>
          </p:cNvPr>
          <p:cNvSpPr>
            <a:spLocks noGrp="1" noChangeAspect="1"/>
          </p:cNvSpPr>
          <p:nvPr>
            <p:ph type="body" sz="quarter" idx="17" hasCustomPrompt="1"/>
          </p:nvPr>
        </p:nvSpPr>
        <p:spPr>
          <a:xfrm>
            <a:off x="608965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5" name="Content Placeholder 2">
            <a:extLst>
              <a:ext uri="{FF2B5EF4-FFF2-40B4-BE49-F238E27FC236}">
                <a16:creationId xmlns:a16="http://schemas.microsoft.com/office/drawing/2014/main" id="{89492F2E-9B45-D3A3-949A-69F4E3A117F0}"/>
              </a:ext>
            </a:extLst>
          </p:cNvPr>
          <p:cNvSpPr>
            <a:spLocks noGrp="1"/>
          </p:cNvSpPr>
          <p:nvPr>
            <p:ph idx="18"/>
          </p:nvPr>
        </p:nvSpPr>
        <p:spPr>
          <a:xfrm>
            <a:off x="608965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26">
            <a:extLst>
              <a:ext uri="{FF2B5EF4-FFF2-40B4-BE49-F238E27FC236}">
                <a16:creationId xmlns:a16="http://schemas.microsoft.com/office/drawing/2014/main" id="{568F95BD-C79E-1D24-6A04-74C72803F653}"/>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10" name="Picture 9">
            <a:extLst>
              <a:ext uri="{FF2B5EF4-FFF2-40B4-BE49-F238E27FC236}">
                <a16:creationId xmlns:a16="http://schemas.microsoft.com/office/drawing/2014/main" id="{948CE9FC-0B4F-2C3E-032C-662E264555D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67661" y="404660"/>
            <a:ext cx="1063903" cy="346387"/>
          </a:xfrm>
          <a:prstGeom prst="rect">
            <a:avLst/>
          </a:prstGeom>
        </p:spPr>
      </p:pic>
    </p:spTree>
    <p:extLst>
      <p:ext uri="{BB962C8B-B14F-4D97-AF65-F5344CB8AC3E}">
        <p14:creationId xmlns:p14="http://schemas.microsoft.com/office/powerpoint/2010/main" val="175258455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E5D8D0-80F5-51A5-1B07-109FA11D2876}"/>
              </a:ext>
            </a:extLst>
          </p:cNvPr>
          <p:cNvPicPr>
            <a:picLocks noChangeAspect="1"/>
          </p:cNvPicPr>
          <p:nvPr userDrawn="1"/>
        </p:nvPicPr>
        <p:blipFill>
          <a:blip r:embed="rId2"/>
          <a:stretch>
            <a:fillRect/>
          </a:stretch>
        </p:blipFill>
        <p:spPr>
          <a:xfrm>
            <a:off x="0" y="0"/>
            <a:ext cx="7567885" cy="6858000"/>
          </a:xfrm>
          <a:prstGeom prst="rect">
            <a:avLst/>
          </a:prstGeom>
        </p:spPr>
      </p:pic>
      <p:sp>
        <p:nvSpPr>
          <p:cNvPr id="771" name="Slide Number"/>
          <p:cNvSpPr txBox="1">
            <a:spLocks noGrp="1"/>
          </p:cNvSpPr>
          <p:nvPr>
            <p:ph type="sldNum" sz="quarter" idx="2"/>
          </p:nvPr>
        </p:nvSpPr>
        <p:spPr>
          <a:xfrm>
            <a:off x="11574470" y="6480000"/>
            <a:ext cx="157094" cy="153888"/>
          </a:xfrm>
          <a:prstGeom prst="rect">
            <a:avLst/>
          </a:prstGeom>
        </p:spPr>
        <p:txBody>
          <a:bodyPr/>
          <a:lstStyle>
            <a:lvl1pPr>
              <a:defRPr>
                <a:solidFill>
                  <a:schemeClr val="tx1"/>
                </a:solidFill>
              </a:defRPr>
            </a:lvl1pPr>
          </a:lstStyle>
          <a:p>
            <a:fld id="{86CB4B4D-7CA3-9044-876B-883B54F8677D}" type="slidenum">
              <a:rPr lang="en-MT" smtClean="0"/>
              <a:pPr/>
              <a:t>‹#›</a:t>
            </a:fld>
            <a:endParaRPr lang="en-MT"/>
          </a:p>
        </p:txBody>
      </p:sp>
      <p:sp>
        <p:nvSpPr>
          <p:cNvPr id="2" name="Title 1">
            <a:extLst>
              <a:ext uri="{FF2B5EF4-FFF2-40B4-BE49-F238E27FC236}">
                <a16:creationId xmlns:a16="http://schemas.microsoft.com/office/drawing/2014/main" id="{9D122760-6141-1BBA-A1C0-71FC81DE61D6}"/>
              </a:ext>
            </a:extLst>
          </p:cNvPr>
          <p:cNvSpPr>
            <a:spLocks noGrp="1"/>
          </p:cNvSpPr>
          <p:nvPr>
            <p:ph type="title" hasCustomPrompt="1"/>
          </p:nvPr>
        </p:nvSpPr>
        <p:spPr>
          <a:xfrm>
            <a:off x="359999" y="1674394"/>
            <a:ext cx="5040000" cy="900000"/>
          </a:xfrm>
          <a:prstGeom prst="rect">
            <a:avLst/>
          </a:prstGeom>
        </p:spPr>
        <p:txBody>
          <a:bodyPr/>
          <a:lstStyle>
            <a:lvl1pPr>
              <a:lnSpc>
                <a:spcPts val="3000"/>
              </a:lnSpc>
              <a:spcBef>
                <a:spcPts val="0"/>
              </a:spcBef>
              <a:defRPr sz="3000" spc="-150" baseline="0">
                <a:solidFill>
                  <a:schemeClr val="bg1"/>
                </a:solidFill>
              </a:defRPr>
            </a:lvl1pPr>
          </a:lstStyle>
          <a:p>
            <a:r>
              <a:rPr lang="en-GB" dirty="0"/>
              <a:t>Headline goes here.</a:t>
            </a:r>
            <a:br>
              <a:rPr lang="en-GB" dirty="0"/>
            </a:br>
            <a:r>
              <a:rPr lang="en-GB" dirty="0"/>
              <a:t>Maximum in 2 lines.</a:t>
            </a:r>
            <a:endParaRPr lang="en-RS" dirty="0"/>
          </a:p>
        </p:txBody>
      </p:sp>
      <p:sp>
        <p:nvSpPr>
          <p:cNvPr id="6" name="Text Placeholder 5">
            <a:extLst>
              <a:ext uri="{FF2B5EF4-FFF2-40B4-BE49-F238E27FC236}">
                <a16:creationId xmlns:a16="http://schemas.microsoft.com/office/drawing/2014/main" id="{692E8514-1FD9-1D48-F636-D07CF9B3E97F}"/>
              </a:ext>
            </a:extLst>
          </p:cNvPr>
          <p:cNvSpPr>
            <a:spLocks noGrp="1"/>
          </p:cNvSpPr>
          <p:nvPr>
            <p:ph type="body" sz="quarter" idx="25" hasCustomPrompt="1"/>
          </p:nvPr>
        </p:nvSpPr>
        <p:spPr>
          <a:xfrm>
            <a:off x="6480000" y="1674393"/>
            <a:ext cx="5040000" cy="900000"/>
          </a:xfrm>
          <a:prstGeom prst="rect">
            <a:avLst/>
          </a:prstGeom>
        </p:spPr>
        <p:txBody>
          <a:bodyPr lIns="0" tIns="0" rIns="0" bIns="0"/>
          <a:lstStyle>
            <a:lvl1pPr>
              <a:lnSpc>
                <a:spcPts val="3000"/>
              </a:lnSpc>
              <a:spcBef>
                <a:spcPts val="0"/>
              </a:spcBef>
              <a:defRPr sz="3000" b="1" i="0" spc="-150" baseline="0">
                <a:solidFill>
                  <a:srgbClr val="FFFFFF"/>
                </a:solidFill>
                <a:latin typeface="Arial" panose="020B0604020202020204" pitchFamily="34" charset="0"/>
                <a:cs typeface="Arial" panose="020B0604020202020204" pitchFamily="34" charset="0"/>
              </a:defRPr>
            </a:lvl1pPr>
          </a:lstStyle>
          <a:p>
            <a:pPr lvl="0"/>
            <a:r>
              <a:rPr lang="en-GB" dirty="0"/>
              <a:t>Headline goes here.</a:t>
            </a:r>
          </a:p>
          <a:p>
            <a:pPr lvl="0"/>
            <a:r>
              <a:rPr lang="en-GB" dirty="0"/>
              <a:t>Maximum in 2 lines.</a:t>
            </a:r>
            <a:endParaRPr lang="en-RS" dirty="0"/>
          </a:p>
        </p:txBody>
      </p:sp>
      <p:sp>
        <p:nvSpPr>
          <p:cNvPr id="8" name="Text Placeholder 7">
            <a:extLst>
              <a:ext uri="{FF2B5EF4-FFF2-40B4-BE49-F238E27FC236}">
                <a16:creationId xmlns:a16="http://schemas.microsoft.com/office/drawing/2014/main" id="{39CEBE2D-F2C3-88C0-3F92-6DB010B000A0}"/>
              </a:ext>
            </a:extLst>
          </p:cNvPr>
          <p:cNvSpPr>
            <a:spLocks noGrp="1"/>
          </p:cNvSpPr>
          <p:nvPr>
            <p:ph type="body" sz="quarter" idx="26" hasCustomPrompt="1"/>
          </p:nvPr>
        </p:nvSpPr>
        <p:spPr>
          <a:xfrm>
            <a:off x="648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rgbClr val="FFFFFF"/>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10" name="Text Placeholder 9">
            <a:extLst>
              <a:ext uri="{FF2B5EF4-FFF2-40B4-BE49-F238E27FC236}">
                <a16:creationId xmlns:a16="http://schemas.microsoft.com/office/drawing/2014/main" id="{81C44C58-2ED7-4D46-7596-BC9E68CD7429}"/>
              </a:ext>
            </a:extLst>
          </p:cNvPr>
          <p:cNvSpPr>
            <a:spLocks noGrp="1"/>
          </p:cNvSpPr>
          <p:nvPr>
            <p:ph type="body" sz="quarter" idx="27" hasCustomPrompt="1"/>
          </p:nvPr>
        </p:nvSpPr>
        <p:spPr>
          <a:xfrm>
            <a:off x="36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chemeClr val="bg1"/>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4" name="Rectangle 26">
            <a:extLst>
              <a:ext uri="{FF2B5EF4-FFF2-40B4-BE49-F238E27FC236}">
                <a16:creationId xmlns:a16="http://schemas.microsoft.com/office/drawing/2014/main" id="{AC0B41AC-E660-039B-D957-02D6B6044830}"/>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3" name="Picture 2">
            <a:extLst>
              <a:ext uri="{FF2B5EF4-FFF2-40B4-BE49-F238E27FC236}">
                <a16:creationId xmlns:a16="http://schemas.microsoft.com/office/drawing/2014/main" id="{970FB612-69BE-4BC2-2F09-D99BA96EC833}"/>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99643521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Quote Slide">
    <p:bg>
      <p:bgPr>
        <a:solidFill>
          <a:schemeClr val="accent2"/>
        </a:solidFill>
        <a:effectLst/>
      </p:bgPr>
    </p:bg>
    <p:spTree>
      <p:nvGrpSpPr>
        <p:cNvPr id="1" name=""/>
        <p:cNvGrpSpPr/>
        <p:nvPr/>
      </p:nvGrpSpPr>
      <p:grpSpPr>
        <a:xfrm>
          <a:off x="0" y="0"/>
          <a:ext cx="0" cy="0"/>
          <a:chOff x="0" y="0"/>
          <a:chExt cx="0" cy="0"/>
        </a:xfrm>
      </p:grpSpPr>
      <p:sp>
        <p:nvSpPr>
          <p:cNvPr id="824"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827" name="“"/>
          <p:cNvSpPr txBox="1"/>
          <p:nvPr/>
        </p:nvSpPr>
        <p:spPr>
          <a:xfrm>
            <a:off x="1343734" y="2179914"/>
            <a:ext cx="239177" cy="3274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nSpc>
                <a:spcPts val="3800"/>
              </a:lnSpc>
              <a:tabLst>
                <a:tab pos="2222500" algn="l"/>
              </a:tabLst>
              <a:defRPr sz="3800" spc="-173">
                <a:solidFill>
                  <a:schemeClr val="accent3">
                    <a:hueOff val="-3600000"/>
                    <a:lumOff val="3392"/>
                  </a:schemeClr>
                </a:solidFill>
              </a:defRPr>
            </a:lvl1pPr>
          </a:lstStyle>
          <a:p>
            <a:r>
              <a:rPr dirty="0">
                <a:solidFill>
                  <a:schemeClr val="tx1"/>
                </a:solidFill>
              </a:rPr>
              <a:t>“</a:t>
            </a:r>
          </a:p>
        </p:txBody>
      </p:sp>
      <p:sp>
        <p:nvSpPr>
          <p:cNvPr id="828"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831" name="Square"/>
          <p:cNvSpPr/>
          <p:nvPr userDrawn="1"/>
        </p:nvSpPr>
        <p:spPr>
          <a:xfrm rot="10800000" flipH="1">
            <a:off x="9366432" y="5569929"/>
            <a:ext cx="505472" cy="505473"/>
          </a:xfrm>
          <a:prstGeom prst="rect">
            <a:avLst/>
          </a:prstGeom>
          <a:solidFill>
            <a:srgbClr val="0BA2B3"/>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7" name="Title 6">
            <a:extLst>
              <a:ext uri="{FF2B5EF4-FFF2-40B4-BE49-F238E27FC236}">
                <a16:creationId xmlns:a16="http://schemas.microsoft.com/office/drawing/2014/main" id="{988AE7EF-64E9-48B7-4CF2-BE88B7C09CA6}"/>
              </a:ext>
            </a:extLst>
          </p:cNvPr>
          <p:cNvSpPr>
            <a:spLocks noGrp="1"/>
          </p:cNvSpPr>
          <p:nvPr>
            <p:ph type="title" hasCustomPrompt="1"/>
          </p:nvPr>
        </p:nvSpPr>
        <p:spPr>
          <a:xfrm>
            <a:off x="1591200" y="2187168"/>
            <a:ext cx="8405525" cy="1977391"/>
          </a:xfrm>
          <a:prstGeom prst="rect">
            <a:avLst/>
          </a:prstGeom>
        </p:spPr>
        <p:txBody>
          <a:bodyPr/>
          <a:lstStyle>
            <a:lvl1pPr>
              <a:lnSpc>
                <a:spcPts val="3800"/>
              </a:lnSpc>
              <a:spcBef>
                <a:spcPts val="0"/>
              </a:spcBef>
              <a:defRPr sz="3800" spc="-170" baseline="0">
                <a:solidFill>
                  <a:srgbClr val="FFFFFF"/>
                </a:solidFill>
              </a:defRPr>
            </a:lvl1pPr>
          </a:lstStyle>
          <a:p>
            <a:r>
              <a:rPr lang="en-GB" dirty="0" err="1"/>
              <a:t>Neceptatio</a:t>
            </a:r>
            <a:r>
              <a:rPr lang="en-GB" dirty="0"/>
              <a:t> </a:t>
            </a:r>
            <a:r>
              <a:rPr lang="en-GB" dirty="0" err="1"/>
              <a:t>odis</a:t>
            </a:r>
            <a:r>
              <a:rPr lang="en-GB" dirty="0"/>
              <a:t> non cum que </a:t>
            </a:r>
            <a:r>
              <a:rPr lang="en-GB" dirty="0" err="1"/>
              <a:t>molum</a:t>
            </a:r>
            <a:r>
              <a:rPr lang="en-GB" dirty="0"/>
              <a:t> qui </a:t>
            </a:r>
            <a:r>
              <a:rPr lang="en-GB" dirty="0" err="1"/>
              <a:t>berum</a:t>
            </a:r>
            <a:r>
              <a:rPr lang="en-GB" dirty="0"/>
              <a:t> re </a:t>
            </a:r>
            <a:r>
              <a:rPr lang="en-GB" dirty="0" err="1"/>
              <a:t>ea</a:t>
            </a:r>
            <a:r>
              <a:rPr lang="en-GB" dirty="0"/>
              <a:t> </a:t>
            </a:r>
            <a:r>
              <a:rPr lang="en-GB" dirty="0" err="1"/>
              <a:t>adi</a:t>
            </a:r>
            <a:r>
              <a:rPr lang="en-GB" dirty="0"/>
              <a:t> </a:t>
            </a:r>
            <a:r>
              <a:rPr lang="en-GB" dirty="0" err="1"/>
              <a:t>dest</a:t>
            </a:r>
            <a:r>
              <a:rPr lang="en-GB" dirty="0"/>
              <a:t> </a:t>
            </a:r>
            <a:r>
              <a:rPr lang="en-GB" dirty="0" err="1"/>
              <a:t>asimus</a:t>
            </a:r>
            <a:r>
              <a:rPr lang="en-GB" dirty="0"/>
              <a:t> </a:t>
            </a:r>
            <a:r>
              <a:rPr lang="en-GB" dirty="0" err="1"/>
              <a:t>modit</a:t>
            </a:r>
            <a:r>
              <a:rPr lang="en-GB" dirty="0"/>
              <a:t> </a:t>
            </a:r>
            <a:r>
              <a:rPr lang="en-GB" dirty="0" err="1"/>
              <a:t>iumet</a:t>
            </a:r>
            <a:r>
              <a:rPr lang="en-GB" dirty="0"/>
              <a:t> </a:t>
            </a:r>
            <a:r>
              <a:rPr lang="en-GB" dirty="0" err="1"/>
              <a:t>optate</a:t>
            </a:r>
            <a:r>
              <a:rPr lang="en-GB" dirty="0"/>
              <a:t> </a:t>
            </a:r>
            <a:r>
              <a:rPr lang="en-GB" dirty="0" err="1"/>
              <a:t>vernam</a:t>
            </a:r>
            <a:r>
              <a:rPr lang="en-GB" dirty="0"/>
              <a:t> as qui </a:t>
            </a:r>
            <a:r>
              <a:rPr lang="en-GB" dirty="0" err="1"/>
              <a:t>officabores</a:t>
            </a:r>
            <a:r>
              <a:rPr lang="en-GB" dirty="0"/>
              <a:t> </a:t>
            </a:r>
            <a:r>
              <a:rPr lang="en-GB" dirty="0" err="1"/>
              <a:t>asi</a:t>
            </a:r>
            <a:r>
              <a:rPr lang="en-GB" dirty="0"/>
              <a:t> od </a:t>
            </a:r>
            <a:r>
              <a:rPr lang="en-GB" dirty="0" err="1"/>
              <a:t>quam</a:t>
            </a:r>
            <a:r>
              <a:rPr lang="en-GB" dirty="0"/>
              <a:t> ex.”</a:t>
            </a:r>
            <a:endParaRPr lang="en-RS" dirty="0"/>
          </a:p>
        </p:txBody>
      </p:sp>
      <p:sp>
        <p:nvSpPr>
          <p:cNvPr id="4" name="Text Placeholder 3">
            <a:extLst>
              <a:ext uri="{FF2B5EF4-FFF2-40B4-BE49-F238E27FC236}">
                <a16:creationId xmlns:a16="http://schemas.microsoft.com/office/drawing/2014/main" id="{0C98FABA-03E9-FFE1-F488-077364696FEB}"/>
              </a:ext>
            </a:extLst>
          </p:cNvPr>
          <p:cNvSpPr>
            <a:spLocks noGrp="1"/>
          </p:cNvSpPr>
          <p:nvPr>
            <p:ph type="body" sz="quarter" idx="21"/>
          </p:nvPr>
        </p:nvSpPr>
        <p:spPr>
          <a:xfrm>
            <a:off x="1591200" y="4421963"/>
            <a:ext cx="7025229" cy="835517"/>
          </a:xfrm>
          <a:prstGeom prst="rect">
            <a:avLst/>
          </a:prstGeom>
        </p:spPr>
        <p:txBody>
          <a:bodyPr lIns="0" tIns="0" rIns="0" bIns="0">
            <a:noAutofit/>
          </a:bodyPr>
          <a:lstStyle>
            <a:lvl1pPr>
              <a:spcBef>
                <a:spcPts val="0"/>
              </a:spcBef>
              <a:defRPr sz="1600" b="1">
                <a:solidFill>
                  <a:schemeClr val="tx1"/>
                </a:solidFill>
              </a:defRPr>
            </a:lvl1pPr>
            <a:lvl2pPr marL="0" indent="0">
              <a:spcBef>
                <a:spcPts val="0"/>
              </a:spcBef>
              <a:buNone/>
              <a:defRPr sz="1600" b="1">
                <a:solidFill>
                  <a:schemeClr val="tx2"/>
                </a:solidFill>
              </a:defRPr>
            </a:lvl2pPr>
            <a:lvl3pPr marL="0" indent="0">
              <a:spcBef>
                <a:spcPts val="0"/>
              </a:spcBef>
              <a:buNone/>
              <a:defRPr sz="1600">
                <a:solidFill>
                  <a:schemeClr val="tx2"/>
                </a:solidFill>
              </a:defRPr>
            </a:lvl3pPr>
          </a:lstStyle>
          <a:p>
            <a:pPr lvl="0"/>
            <a:r>
              <a:rPr lang="en-US"/>
              <a:t>Click to edit Master text styles</a:t>
            </a:r>
          </a:p>
          <a:p>
            <a:pPr lvl="1"/>
            <a:r>
              <a:rPr lang="en-US"/>
              <a:t>Second level</a:t>
            </a:r>
          </a:p>
          <a:p>
            <a:pPr lvl="2"/>
            <a:r>
              <a:rPr lang="en-US"/>
              <a:t>Third level</a:t>
            </a:r>
          </a:p>
        </p:txBody>
      </p:sp>
      <p:pic>
        <p:nvPicPr>
          <p:cNvPr id="3" name="Picture 2">
            <a:extLst>
              <a:ext uri="{FF2B5EF4-FFF2-40B4-BE49-F238E27FC236}">
                <a16:creationId xmlns:a16="http://schemas.microsoft.com/office/drawing/2014/main" id="{351FC9C7-5636-7C28-B31A-915D1D97FE4F}"/>
              </a:ext>
            </a:extLst>
          </p:cNvPr>
          <p:cNvPicPr>
            <a:picLocks noChangeAspect="1"/>
          </p:cNvPicPr>
          <p:nvPr userDrawn="1"/>
        </p:nvPicPr>
        <p:blipFill>
          <a:blip r:embed="rId2"/>
          <a:stretch>
            <a:fillRect/>
          </a:stretch>
        </p:blipFill>
        <p:spPr>
          <a:xfrm>
            <a:off x="9374886" y="5067046"/>
            <a:ext cx="2006600" cy="1003300"/>
          </a:xfrm>
          <a:prstGeom prst="rect">
            <a:avLst/>
          </a:prstGeom>
        </p:spPr>
      </p:pic>
      <p:pic>
        <p:nvPicPr>
          <p:cNvPr id="2" name="Picture 1">
            <a:extLst>
              <a:ext uri="{FF2B5EF4-FFF2-40B4-BE49-F238E27FC236}">
                <a16:creationId xmlns:a16="http://schemas.microsoft.com/office/drawing/2014/main" id="{56FA4E22-A36B-3DE6-7D3E-A1F49569E89C}"/>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8463475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photo">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6428E0B8-6EE1-8590-A6C5-89D1F5E64790}"/>
              </a:ext>
            </a:extLst>
          </p:cNvPr>
          <p:cNvSpPr>
            <a:spLocks noGrp="1"/>
          </p:cNvSpPr>
          <p:nvPr>
            <p:ph type="pic" sz="half" idx="22"/>
          </p:nvPr>
        </p:nvSpPr>
        <p:spPr>
          <a:xfrm>
            <a:off x="7937500" y="1447601"/>
            <a:ext cx="4241800" cy="5410399"/>
          </a:xfrm>
          <a:prstGeom prst="rect">
            <a:avLst/>
          </a:prstGeom>
        </p:spPr>
        <p:txBody>
          <a:bodyPr lIns="91439" tIns="45719" rIns="91439" bIns="45719"/>
          <a:lstStyle>
            <a:lvl1pPr>
              <a:defRPr>
                <a:solidFill>
                  <a:schemeClr val="bg1"/>
                </a:solidFill>
              </a:defRPr>
            </a:lvl1pPr>
          </a:lstStyle>
          <a:p>
            <a:r>
              <a:rPr lang="en-US"/>
              <a:t>Click icon to add picture</a:t>
            </a:r>
            <a:endParaRPr dirty="0"/>
          </a:p>
        </p:txBody>
      </p:sp>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72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72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07E80830-552E-8F9C-BD8E-5F35ED2B8C60}"/>
              </a:ext>
            </a:extLst>
          </p:cNvPr>
          <p:cNvPicPr>
            <a:picLocks noChangeAspect="1"/>
          </p:cNvPicPr>
          <p:nvPr userDrawn="1"/>
        </p:nvPicPr>
        <p:blipFill>
          <a:blip r:embed="rId2"/>
          <a:stretch>
            <a:fillRect/>
          </a:stretch>
        </p:blipFill>
        <p:spPr>
          <a:xfrm>
            <a:off x="7937500" y="3935445"/>
            <a:ext cx="965200" cy="965200"/>
          </a:xfrm>
          <a:prstGeom prst="rect">
            <a:avLst/>
          </a:prstGeom>
        </p:spPr>
      </p:pic>
      <p:sp>
        <p:nvSpPr>
          <p:cNvPr id="7" name="Neceptatio odis non cum que molum qui berum re ea adi dest asimus modit iumet optate vernam as qui officabores asi od quam ex el id qui des repe sinvelendion. Andebitiis quae corehent aut alicimus.">
            <a:extLst>
              <a:ext uri="{FF2B5EF4-FFF2-40B4-BE49-F238E27FC236}">
                <a16:creationId xmlns:a16="http://schemas.microsoft.com/office/drawing/2014/main" id="{2DBBBB28-154D-7A9D-62D2-50AF83AE98E4}"/>
              </a:ext>
            </a:extLst>
          </p:cNvPr>
          <p:cNvSpPr>
            <a:spLocks noGrp="1"/>
          </p:cNvSpPr>
          <p:nvPr>
            <p:ph type="body" sz="quarter" idx="23"/>
          </p:nvPr>
        </p:nvSpPr>
        <p:spPr>
          <a:xfrm>
            <a:off x="2793987" y="4888595"/>
            <a:ext cx="6980036" cy="1969405"/>
          </a:xfrm>
          <a:prstGeom prst="rect">
            <a:avLst/>
          </a:prstGeom>
          <a:solidFill>
            <a:srgbClr val="CCF2FF"/>
          </a:solidFill>
        </p:spPr>
        <p:txBody>
          <a:bodyPr lIns="317500" tIns="317500" rIns="317500" bIns="317500"/>
          <a:lstStyle>
            <a:lvl1pPr>
              <a:lnSpc>
                <a:spcPts val="2200"/>
              </a:lnSpc>
              <a:spcBef>
                <a:spcPts val="0"/>
              </a:spcBef>
              <a:defRPr sz="1900" b="1">
                <a:solidFill>
                  <a:schemeClr val="accent1"/>
                </a:solidFill>
              </a:defRPr>
            </a:lvl1pPr>
          </a:lstStyle>
          <a:p>
            <a:pPr lvl="0"/>
            <a:r>
              <a:rPr lang="en-US"/>
              <a:t>Click to edit Master text styles</a:t>
            </a:r>
          </a:p>
        </p:txBody>
      </p:sp>
      <p:sp>
        <p:nvSpPr>
          <p:cNvPr id="8" name="Rectangle 26">
            <a:extLst>
              <a:ext uri="{FF2B5EF4-FFF2-40B4-BE49-F238E27FC236}">
                <a16:creationId xmlns:a16="http://schemas.microsoft.com/office/drawing/2014/main" id="{DF3D7E2A-8027-802D-0766-6B4C04B5301B}"/>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Tree>
    <p:extLst>
      <p:ext uri="{BB962C8B-B14F-4D97-AF65-F5344CB8AC3E}">
        <p14:creationId xmlns:p14="http://schemas.microsoft.com/office/powerpoint/2010/main" val="1236286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OC Slide 4">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a:extLst>
              <a:ext uri="{FF2B5EF4-FFF2-40B4-BE49-F238E27FC236}">
                <a16:creationId xmlns:a16="http://schemas.microsoft.com/office/drawing/2014/main" id="{0E1DBD97-FFD0-6E07-55C5-6C375BA24E4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7743363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OC Slide 8">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1B950ADA-7928-E26A-6183-8714633E1E75}"/>
              </a:ext>
            </a:extLst>
          </p:cNvPr>
          <p:cNvSpPr>
            <a:spLocks noGrp="1"/>
          </p:cNvSpPr>
          <p:nvPr>
            <p:ph idx="20"/>
          </p:nvPr>
        </p:nvSpPr>
        <p:spPr>
          <a:xfrm>
            <a:off x="36000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a:extLst>
              <a:ext uri="{FF2B5EF4-FFF2-40B4-BE49-F238E27FC236}">
                <a16:creationId xmlns:a16="http://schemas.microsoft.com/office/drawing/2014/main" id="{CD9CB34E-0B8C-A533-51C1-9D19605E4E7D}"/>
              </a:ext>
            </a:extLst>
          </p:cNvPr>
          <p:cNvSpPr>
            <a:spLocks noGrp="1"/>
          </p:cNvSpPr>
          <p:nvPr>
            <p:ph idx="21"/>
          </p:nvPr>
        </p:nvSpPr>
        <p:spPr>
          <a:xfrm>
            <a:off x="322999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2676F21C-4A76-DE8A-EC90-FD75447E2850}"/>
              </a:ext>
            </a:extLst>
          </p:cNvPr>
          <p:cNvSpPr>
            <a:spLocks noGrp="1"/>
          </p:cNvSpPr>
          <p:nvPr>
            <p:ph idx="22"/>
          </p:nvPr>
        </p:nvSpPr>
        <p:spPr>
          <a:xfrm>
            <a:off x="609998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209FDFA8-47EC-FE46-F57C-E4A671C58455}"/>
              </a:ext>
            </a:extLst>
          </p:cNvPr>
          <p:cNvSpPr>
            <a:spLocks noGrp="1"/>
          </p:cNvSpPr>
          <p:nvPr>
            <p:ph idx="23"/>
          </p:nvPr>
        </p:nvSpPr>
        <p:spPr>
          <a:xfrm>
            <a:off x="896997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B302B467-B6B5-158C-B057-8ABA2ACF21A3}"/>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0216798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2AC7D1FC-51F7-5A4E-BEAF-A85845DA9B35}"/>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00814166-2330-94E9-AA20-4A478C6C452B}"/>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419826458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14" name="Rectangle 26">
            <a:extLst>
              <a:ext uri="{FF2B5EF4-FFF2-40B4-BE49-F238E27FC236}">
                <a16:creationId xmlns:a16="http://schemas.microsoft.com/office/drawing/2014/main" id="{6C324B2D-CF53-407A-3FF3-83821279B530}"/>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C6672750-5A7A-9BCA-6B6D-95C6E36756F0}"/>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1125330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97F3-602F-5FC9-7AE6-19FEE5C49AD4}"/>
              </a:ext>
            </a:extLst>
          </p:cNvPr>
          <p:cNvSpPr>
            <a:spLocks noGrp="1"/>
          </p:cNvSpPr>
          <p:nvPr>
            <p:ph type="title" hasCustomPrompt="1"/>
          </p:nvPr>
        </p:nvSpPr>
        <p:spPr/>
        <p:txBody>
          <a:body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5713789-AC9B-504D-EABC-88530694F04A}"/>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4" name="Body Level One…">
            <a:extLst>
              <a:ext uri="{FF2B5EF4-FFF2-40B4-BE49-F238E27FC236}">
                <a16:creationId xmlns:a16="http://schemas.microsoft.com/office/drawing/2014/main" id="{2F3F8381-DEB3-C667-F282-4085FCECE5D1}"/>
              </a:ext>
            </a:extLst>
          </p:cNvPr>
          <p:cNvSpPr txBox="1">
            <a:spLocks noGrp="1"/>
          </p:cNvSpPr>
          <p:nvPr>
            <p:ph type="body" sz="quarter" idx="1"/>
          </p:nvPr>
        </p:nvSpPr>
        <p:spPr>
          <a:xfrm>
            <a:off x="360000" y="2610760"/>
            <a:ext cx="3478685" cy="2108201"/>
          </a:xfrm>
          <a:prstGeom prst="rect">
            <a:avLst/>
          </a:prstGeom>
          <a:solidFill>
            <a:schemeClr val="accent2"/>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5" name="Body Level One…">
            <a:extLst>
              <a:ext uri="{FF2B5EF4-FFF2-40B4-BE49-F238E27FC236}">
                <a16:creationId xmlns:a16="http://schemas.microsoft.com/office/drawing/2014/main" id="{32CA9EDE-386C-CB9D-B16C-D07164D1B840}"/>
              </a:ext>
            </a:extLst>
          </p:cNvPr>
          <p:cNvSpPr txBox="1">
            <a:spLocks noGrp="1"/>
          </p:cNvSpPr>
          <p:nvPr>
            <p:ph type="body" sz="quarter" idx="23"/>
          </p:nvPr>
        </p:nvSpPr>
        <p:spPr>
          <a:xfrm>
            <a:off x="4308328" y="2610760"/>
            <a:ext cx="3478685" cy="2108201"/>
          </a:xfrm>
          <a:prstGeom prst="rect">
            <a:avLst/>
          </a:prstGeom>
          <a:solidFill>
            <a:schemeClr val="accent4"/>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6" name="Body Level One…">
            <a:extLst>
              <a:ext uri="{FF2B5EF4-FFF2-40B4-BE49-F238E27FC236}">
                <a16:creationId xmlns:a16="http://schemas.microsoft.com/office/drawing/2014/main" id="{9896A4C3-2F4F-489A-CE62-D7C218EF8B41}"/>
              </a:ext>
            </a:extLst>
          </p:cNvPr>
          <p:cNvSpPr txBox="1">
            <a:spLocks noGrp="1"/>
          </p:cNvSpPr>
          <p:nvPr>
            <p:ph type="body" sz="quarter" idx="24"/>
          </p:nvPr>
        </p:nvSpPr>
        <p:spPr>
          <a:xfrm>
            <a:off x="8256655" y="2610760"/>
            <a:ext cx="3478685" cy="2108201"/>
          </a:xfrm>
          <a:prstGeom prst="rect">
            <a:avLst/>
          </a:prstGeom>
          <a:solidFill>
            <a:schemeClr val="accent3"/>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Tree>
    <p:extLst>
      <p:ext uri="{BB962C8B-B14F-4D97-AF65-F5344CB8AC3E}">
        <p14:creationId xmlns:p14="http://schemas.microsoft.com/office/powerpoint/2010/main" val="237460376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with logo">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92A336-4C8E-CDC0-D2F1-550C41A2C9F4}"/>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2" name="Rectangle 1">
            <a:extLst>
              <a:ext uri="{FF2B5EF4-FFF2-40B4-BE49-F238E27FC236}">
                <a16:creationId xmlns:a16="http://schemas.microsoft.com/office/drawing/2014/main" id="{A8E6B9FA-EC1F-4A72-A5C4-3E216DB2B0D5}"/>
              </a:ext>
            </a:extLst>
          </p:cNvPr>
          <p:cNvSpPr/>
          <p:nvPr userDrawn="1"/>
        </p:nvSpPr>
        <p:spPr>
          <a:xfrm>
            <a:off x="10297948" y="1240221"/>
            <a:ext cx="1481958" cy="672662"/>
          </a:xfrm>
          <a:prstGeom prst="rect">
            <a:avLst/>
          </a:prstGeom>
          <a:solidFill>
            <a:schemeClr val="tx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RO" sz="2800" b="1" i="0" u="none" strike="noStrike" cap="none" spc="0" normalizeH="0" baseline="0">
              <a:ln>
                <a:noFill/>
              </a:ln>
              <a:solidFill>
                <a:schemeClr val="accent3">
                  <a:hueOff val="-3600000"/>
                  <a:lumOff val="3392"/>
                </a:schemeClr>
              </a:solidFill>
              <a:effectLst/>
              <a:uFillTx/>
              <a:latin typeface="Arial"/>
              <a:ea typeface="Arial"/>
              <a:cs typeface="Arial"/>
              <a:sym typeface="Arial"/>
            </a:endParaRPr>
          </a:p>
        </p:txBody>
      </p:sp>
      <p:pic>
        <p:nvPicPr>
          <p:cNvPr id="5" name="Picture 4">
            <a:extLst>
              <a:ext uri="{FF2B5EF4-FFF2-40B4-BE49-F238E27FC236}">
                <a16:creationId xmlns:a16="http://schemas.microsoft.com/office/drawing/2014/main" id="{9630A33A-77D6-60C0-F173-C49F7014F2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1066485795"/>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34AEC-6485-F835-D479-069CD0AA5105}"/>
              </a:ext>
            </a:extLst>
          </p:cNvPr>
          <p:cNvSpPr>
            <a:spLocks noGrp="1"/>
          </p:cNvSpPr>
          <p:nvPr>
            <p:ph type="title"/>
          </p:nvPr>
        </p:nvSpPr>
        <p:spPr>
          <a:xfrm>
            <a:off x="635128" y="4640687"/>
            <a:ext cx="9000000" cy="457295"/>
          </a:xfrm>
        </p:spPr>
        <p:txBody>
          <a:bodyPr/>
          <a:lstStyle>
            <a:lvl1pPr>
              <a:defRPr sz="1600" spc="0"/>
            </a:lvl1pPr>
          </a:lstStyle>
          <a:p>
            <a:r>
              <a:rPr lang="en-US"/>
              <a:t>Click to edit Master title style</a:t>
            </a:r>
            <a:endParaRPr lang="en-MT"/>
          </a:p>
        </p:txBody>
      </p:sp>
      <p:pic>
        <p:nvPicPr>
          <p:cNvPr id="4" name="Picture 3">
            <a:extLst>
              <a:ext uri="{FF2B5EF4-FFF2-40B4-BE49-F238E27FC236}">
                <a16:creationId xmlns:a16="http://schemas.microsoft.com/office/drawing/2014/main" id="{5B665E8E-3E30-D595-AF95-EFC31A1945DF}"/>
              </a:ext>
            </a:extLst>
          </p:cNvPr>
          <p:cNvPicPr>
            <a:picLocks noChangeAspect="1"/>
          </p:cNvPicPr>
          <p:nvPr userDrawn="1"/>
        </p:nvPicPr>
        <p:blipFill>
          <a:blip r:embed="rId2"/>
          <a:stretch>
            <a:fillRect/>
          </a:stretch>
        </p:blipFill>
        <p:spPr>
          <a:xfrm>
            <a:off x="10897966" y="362286"/>
            <a:ext cx="833598" cy="416799"/>
          </a:xfrm>
          <a:prstGeom prst="rect">
            <a:avLst/>
          </a:prstGeom>
        </p:spPr>
      </p:pic>
      <p:sp>
        <p:nvSpPr>
          <p:cNvPr id="5" name="Rectangle">
            <a:extLst>
              <a:ext uri="{FF2B5EF4-FFF2-40B4-BE49-F238E27FC236}">
                <a16:creationId xmlns:a16="http://schemas.microsoft.com/office/drawing/2014/main" id="{800A7C2D-E409-DB93-9ECC-C71CF456B705}"/>
              </a:ext>
            </a:extLst>
          </p:cNvPr>
          <p:cNvSpPr/>
          <p:nvPr userDrawn="1"/>
        </p:nvSpPr>
        <p:spPr>
          <a:xfrm>
            <a:off x="165529" y="190499"/>
            <a:ext cx="11848241"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a:p>
        </p:txBody>
      </p:sp>
      <p:pic>
        <p:nvPicPr>
          <p:cNvPr id="7" name="Image" descr="Image">
            <a:extLst>
              <a:ext uri="{FF2B5EF4-FFF2-40B4-BE49-F238E27FC236}">
                <a16:creationId xmlns:a16="http://schemas.microsoft.com/office/drawing/2014/main" id="{516A5D33-AFC3-5923-9D1B-22CBC54AEB2E}"/>
              </a:ext>
            </a:extLst>
          </p:cNvPr>
          <p:cNvPicPr>
            <a:picLocks noChangeAspect="1"/>
          </p:cNvPicPr>
          <p:nvPr userDrawn="1"/>
        </p:nvPicPr>
        <p:blipFill>
          <a:blip r:embed="rId3"/>
          <a:stretch>
            <a:fillRect/>
          </a:stretch>
        </p:blipFill>
        <p:spPr>
          <a:xfrm>
            <a:off x="600348" y="393566"/>
            <a:ext cx="6557643" cy="3556001"/>
          </a:xfrm>
          <a:prstGeom prst="rect">
            <a:avLst/>
          </a:prstGeom>
          <a:ln w="12700">
            <a:miter lim="400000"/>
          </a:ln>
        </p:spPr>
      </p:pic>
      <p:pic>
        <p:nvPicPr>
          <p:cNvPr id="3" name="Picture 2">
            <a:extLst>
              <a:ext uri="{FF2B5EF4-FFF2-40B4-BE49-F238E27FC236}">
                <a16:creationId xmlns:a16="http://schemas.microsoft.com/office/drawing/2014/main" id="{84146912-204B-D1C5-40BF-E06BAA80BC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282744961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lide with logo Dark">
    <p:bg>
      <p:bgPr>
        <a:solidFill>
          <a:schemeClr val="accent2"/>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2" name="Picture 1">
            <a:extLst>
              <a:ext uri="{FF2B5EF4-FFF2-40B4-BE49-F238E27FC236}">
                <a16:creationId xmlns:a16="http://schemas.microsoft.com/office/drawing/2014/main" id="{D7A025FE-20D6-D7C7-557F-A1F8FF5FF91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83131210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Slide with logo Teal">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2" name="Rectangle 26">
            <a:extLst>
              <a:ext uri="{FF2B5EF4-FFF2-40B4-BE49-F238E27FC236}">
                <a16:creationId xmlns:a16="http://schemas.microsoft.com/office/drawing/2014/main" id="{77F7703D-4F57-B386-7552-96B1C62710F8}"/>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332010D8-9280-4F8A-C077-86BF6086D51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3712709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Slide">
    <p:bg>
      <p:bgPr>
        <a:solidFill>
          <a:schemeClr val="accent1"/>
        </a:solidFill>
        <a:effectLst/>
      </p:bgPr>
    </p:bg>
    <p:spTree>
      <p:nvGrpSpPr>
        <p:cNvPr id="1" name=""/>
        <p:cNvGrpSpPr/>
        <p:nvPr/>
      </p:nvGrpSpPr>
      <p:grpSpPr>
        <a:xfrm>
          <a:off x="0" y="0"/>
          <a:ext cx="0" cy="0"/>
          <a:chOff x="0" y="0"/>
          <a:chExt cx="0" cy="0"/>
        </a:xfrm>
      </p:grpSpPr>
      <p:sp>
        <p:nvSpPr>
          <p:cNvPr id="1304"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pic>
        <p:nvPicPr>
          <p:cNvPr id="1305" name="Image" descr="Image"/>
          <p:cNvPicPr>
            <a:picLocks noChangeAspect="1"/>
          </p:cNvPicPr>
          <p:nvPr/>
        </p:nvPicPr>
        <p:blipFill>
          <a:blip r:embed="rId2"/>
          <a:stretch>
            <a:fillRect/>
          </a:stretch>
        </p:blipFill>
        <p:spPr>
          <a:xfrm>
            <a:off x="600348" y="393566"/>
            <a:ext cx="6557644" cy="3556001"/>
          </a:xfrm>
          <a:prstGeom prst="rect">
            <a:avLst/>
          </a:prstGeom>
          <a:ln w="12700">
            <a:miter lim="400000"/>
          </a:ln>
        </p:spPr>
      </p:pic>
      <p:sp>
        <p:nvSpPr>
          <p:cNvPr id="2" name="Text Placeholder 3">
            <a:extLst>
              <a:ext uri="{FF2B5EF4-FFF2-40B4-BE49-F238E27FC236}">
                <a16:creationId xmlns:a16="http://schemas.microsoft.com/office/drawing/2014/main" id="{99CF3841-8ED6-6708-57A4-9817037CEB78}"/>
              </a:ext>
            </a:extLst>
          </p:cNvPr>
          <p:cNvSpPr>
            <a:spLocks noGrp="1"/>
          </p:cNvSpPr>
          <p:nvPr>
            <p:ph type="body" sz="quarter" idx="21"/>
          </p:nvPr>
        </p:nvSpPr>
        <p:spPr>
          <a:xfrm>
            <a:off x="617538"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3" name="Text Placeholder 3">
            <a:extLst>
              <a:ext uri="{FF2B5EF4-FFF2-40B4-BE49-F238E27FC236}">
                <a16:creationId xmlns:a16="http://schemas.microsoft.com/office/drawing/2014/main" id="{07F3690B-C83C-2263-51B8-2AD430316DB8}"/>
              </a:ext>
            </a:extLst>
          </p:cNvPr>
          <p:cNvSpPr>
            <a:spLocks noGrp="1"/>
          </p:cNvSpPr>
          <p:nvPr>
            <p:ph type="body" sz="quarter" idx="22"/>
          </p:nvPr>
        </p:nvSpPr>
        <p:spPr>
          <a:xfrm>
            <a:off x="3473690"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4" name="Text Placeholder 3">
            <a:extLst>
              <a:ext uri="{FF2B5EF4-FFF2-40B4-BE49-F238E27FC236}">
                <a16:creationId xmlns:a16="http://schemas.microsoft.com/office/drawing/2014/main" id="{A283DC22-9630-B38E-C904-813DD4F866A9}"/>
              </a:ext>
            </a:extLst>
          </p:cNvPr>
          <p:cNvSpPr>
            <a:spLocks noGrp="1"/>
          </p:cNvSpPr>
          <p:nvPr>
            <p:ph type="body" sz="quarter" idx="23"/>
          </p:nvPr>
        </p:nvSpPr>
        <p:spPr>
          <a:xfrm>
            <a:off x="6329842"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5" name="Text Placeholder 3">
            <a:extLst>
              <a:ext uri="{FF2B5EF4-FFF2-40B4-BE49-F238E27FC236}">
                <a16:creationId xmlns:a16="http://schemas.microsoft.com/office/drawing/2014/main" id="{3E5848EA-712E-9B18-ECD8-B6B00CEC65F5}"/>
              </a:ext>
            </a:extLst>
          </p:cNvPr>
          <p:cNvSpPr>
            <a:spLocks noGrp="1"/>
          </p:cNvSpPr>
          <p:nvPr>
            <p:ph type="body" sz="quarter" idx="24"/>
          </p:nvPr>
        </p:nvSpPr>
        <p:spPr>
          <a:xfrm>
            <a:off x="9185994"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6" name="Text Placeholder 3">
            <a:extLst>
              <a:ext uri="{FF2B5EF4-FFF2-40B4-BE49-F238E27FC236}">
                <a16:creationId xmlns:a16="http://schemas.microsoft.com/office/drawing/2014/main" id="{239248B7-4F45-3A2F-F77A-254137B02A5D}"/>
              </a:ext>
            </a:extLst>
          </p:cNvPr>
          <p:cNvSpPr>
            <a:spLocks noGrp="1"/>
          </p:cNvSpPr>
          <p:nvPr>
            <p:ph type="body" sz="quarter" idx="25"/>
          </p:nvPr>
        </p:nvSpPr>
        <p:spPr>
          <a:xfrm>
            <a:off x="617538"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7" name="Text Placeholder 3">
            <a:extLst>
              <a:ext uri="{FF2B5EF4-FFF2-40B4-BE49-F238E27FC236}">
                <a16:creationId xmlns:a16="http://schemas.microsoft.com/office/drawing/2014/main" id="{25580FAC-13AA-9847-E7FB-CA6185B21438}"/>
              </a:ext>
            </a:extLst>
          </p:cNvPr>
          <p:cNvSpPr>
            <a:spLocks noGrp="1"/>
          </p:cNvSpPr>
          <p:nvPr>
            <p:ph type="body" sz="quarter" idx="26"/>
          </p:nvPr>
        </p:nvSpPr>
        <p:spPr>
          <a:xfrm>
            <a:off x="3473690"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8" name="Text Placeholder 3">
            <a:extLst>
              <a:ext uri="{FF2B5EF4-FFF2-40B4-BE49-F238E27FC236}">
                <a16:creationId xmlns:a16="http://schemas.microsoft.com/office/drawing/2014/main" id="{87064713-9468-3192-25BA-F4153E3A3D1C}"/>
              </a:ext>
            </a:extLst>
          </p:cNvPr>
          <p:cNvSpPr>
            <a:spLocks noGrp="1"/>
          </p:cNvSpPr>
          <p:nvPr>
            <p:ph type="body" sz="quarter" idx="27"/>
          </p:nvPr>
        </p:nvSpPr>
        <p:spPr>
          <a:xfrm>
            <a:off x="6329842"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9" name="Text Placeholder 3">
            <a:extLst>
              <a:ext uri="{FF2B5EF4-FFF2-40B4-BE49-F238E27FC236}">
                <a16:creationId xmlns:a16="http://schemas.microsoft.com/office/drawing/2014/main" id="{B975AAF6-3101-6B0C-FD52-BB661302BFB7}"/>
              </a:ext>
            </a:extLst>
          </p:cNvPr>
          <p:cNvSpPr>
            <a:spLocks noGrp="1"/>
          </p:cNvSpPr>
          <p:nvPr>
            <p:ph type="body" sz="quarter" idx="28"/>
          </p:nvPr>
        </p:nvSpPr>
        <p:spPr>
          <a:xfrm>
            <a:off x="9185994"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pic>
        <p:nvPicPr>
          <p:cNvPr id="10" name="Picture 9">
            <a:extLst>
              <a:ext uri="{FF2B5EF4-FFF2-40B4-BE49-F238E27FC236}">
                <a16:creationId xmlns:a16="http://schemas.microsoft.com/office/drawing/2014/main" id="{0DA257E9-E1E4-4676-33F4-21575F0D4664}"/>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2050801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9">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574470" y="6480000"/>
            <a:ext cx="157094" cy="153888"/>
          </a:xfrm>
          <a:prstGeom prst="rect">
            <a:avLst/>
          </a:prstGeom>
          <a:ln w="12700">
            <a:miter lim="400000"/>
          </a:ln>
        </p:spPr>
        <p:txBody>
          <a:bodyPr wrap="none" lIns="0" tIns="0" rIns="0" bIns="0">
            <a:spAutoFit/>
          </a:bodyPr>
          <a:lstStyle>
            <a:lvl1pPr algn="r">
              <a:lnSpc>
                <a:spcPct val="100000"/>
              </a:lnSpc>
              <a:defRPr sz="1000" b="0">
                <a:solidFill>
                  <a:schemeClr val="bg1"/>
                </a:solidFill>
              </a:defRPr>
            </a:lvl1pPr>
          </a:lstStyle>
          <a:p>
            <a:fld id="{86CB4B4D-7CA3-9044-876B-883B54F8677D}" type="slidenum">
              <a:rPr lang="en-MT" smtClean="0"/>
              <a:pPr/>
              <a:t>‹#›</a:t>
            </a:fld>
            <a:endParaRPr lang="en-MT" dirty="0"/>
          </a:p>
        </p:txBody>
      </p:sp>
      <p:sp>
        <p:nvSpPr>
          <p:cNvPr id="4" name="Rectangle 26"/>
          <p:cNvSpPr/>
          <p:nvPr/>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Title Text">
            <a:extLst>
              <a:ext uri="{FF2B5EF4-FFF2-40B4-BE49-F238E27FC236}">
                <a16:creationId xmlns:a16="http://schemas.microsoft.com/office/drawing/2014/main" id="{0FA158A4-54D2-FE6D-8D99-B11D40E0AF64}"/>
              </a:ext>
            </a:extLst>
          </p:cNvPr>
          <p:cNvSpPr txBox="1">
            <a:spLocks noGrp="1"/>
          </p:cNvSpPr>
          <p:nvPr>
            <p:ph type="title"/>
          </p:nvPr>
        </p:nvSpPr>
        <p:spPr>
          <a:xfrm>
            <a:off x="359999" y="360000"/>
            <a:ext cx="9000000" cy="90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lstStyle/>
          <a:p>
            <a:r>
              <a:rPr dirty="0"/>
              <a:t>Title Text</a:t>
            </a:r>
          </a:p>
        </p:txBody>
      </p:sp>
      <p:pic>
        <p:nvPicPr>
          <p:cNvPr id="5" name="Picture 4">
            <a:extLst>
              <a:ext uri="{FF2B5EF4-FFF2-40B4-BE49-F238E27FC236}">
                <a16:creationId xmlns:a16="http://schemas.microsoft.com/office/drawing/2014/main" id="{C870ADC5-57FC-F55D-0F83-C584981192E6}"/>
              </a:ext>
            </a:extLst>
          </p:cNvPr>
          <p:cNvPicPr>
            <a:picLocks noChangeAspect="1"/>
          </p:cNvPicPr>
          <p:nvPr userDrawn="1"/>
        </p:nvPicPr>
        <p:blipFill>
          <a:blip r:embed="rId24"/>
          <a:stretch>
            <a:fillRect/>
          </a:stretch>
        </p:blipFill>
        <p:spPr>
          <a:xfrm>
            <a:off x="10897966" y="362286"/>
            <a:ext cx="833598" cy="416799"/>
          </a:xfrm>
          <a:prstGeom prst="rect">
            <a:avLst/>
          </a:prstGeom>
        </p:spPr>
      </p:pic>
    </p:spTree>
  </p:cSld>
  <p:clrMap bg1="dk1" tx1="lt1" bg2="dk2" tx2="lt2" accent1="accent1" accent2="accent2" accent3="accent3" accent4="accent4" accent5="accent5" accent6="accent6" hlink="hlink" folHlink="folHlink"/>
  <p:sldLayoutIdLst>
    <p:sldLayoutId id="2147483716" r:id="rId1"/>
    <p:sldLayoutId id="2147483715" r:id="rId2"/>
    <p:sldLayoutId id="2147483724" r:id="rId3"/>
    <p:sldLayoutId id="2147483727" r:id="rId4"/>
    <p:sldLayoutId id="2147483736" r:id="rId5"/>
    <p:sldLayoutId id="2147483725" r:id="rId6"/>
    <p:sldLayoutId id="2147483734" r:id="rId7"/>
    <p:sldLayoutId id="2147483738" r:id="rId8"/>
    <p:sldLayoutId id="2147483726" r:id="rId9"/>
    <p:sldLayoutId id="2147483717" r:id="rId10"/>
    <p:sldLayoutId id="2147483718" r:id="rId11"/>
    <p:sldLayoutId id="2147483728" r:id="rId12"/>
    <p:sldLayoutId id="2147483732" r:id="rId13"/>
    <p:sldLayoutId id="2147483739" r:id="rId14"/>
    <p:sldLayoutId id="2147483741" r:id="rId15"/>
    <p:sldLayoutId id="2147483731" r:id="rId16"/>
    <p:sldLayoutId id="2147483730" r:id="rId17"/>
    <p:sldLayoutId id="2147483729" r:id="rId18"/>
    <p:sldLayoutId id="2147483742" r:id="rId19"/>
    <p:sldLayoutId id="2147483735" r:id="rId20"/>
    <p:sldLayoutId id="2147483740" r:id="rId21"/>
    <p:sldLayoutId id="2147483720" r:id="rId22"/>
  </p:sldLayoutIdLst>
  <p:transition spd="med"/>
  <p:hf hdr="0" ftr="0" dt="0"/>
  <p:txStyles>
    <p:title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p:titleStyle>
    <p:bodyStyle>
      <a:lvl1pPr marL="0" marR="0" indent="0" algn="l" defTabSz="457200" rtl="0" eaLnBrk="1" latinLnBrk="0" hangingPunct="1">
        <a:lnSpc>
          <a:spcPct val="100000"/>
        </a:lnSpc>
        <a:spcBef>
          <a:spcPts val="500"/>
        </a:spcBef>
        <a:spcAft>
          <a:spcPts val="0"/>
        </a:spcAft>
        <a:buClrTx/>
        <a:buSzTx/>
        <a:buFontTx/>
        <a:buNone/>
        <a:tabLst/>
        <a:defRPr sz="1800" b="0" i="0" u="none" strike="noStrike" cap="none" spc="0" baseline="0">
          <a:solidFill>
            <a:schemeClr val="accent4">
              <a:hueOff val="-839560"/>
              <a:satOff val="19935"/>
              <a:lumOff val="-15534"/>
            </a:schemeClr>
          </a:solidFill>
          <a:uFillTx/>
          <a:latin typeface="Arial"/>
          <a:ea typeface="Arial"/>
          <a:cs typeface="Arial"/>
          <a:sym typeface="Arial"/>
        </a:defRPr>
      </a:lvl1pPr>
      <a:lvl2pPr marL="104775"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2pPr>
      <a:lvl3pPr marL="273684" marR="0" indent="-99059"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3pPr>
      <a:lvl4pPr marL="443547" marR="0" indent="-103822"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4pPr>
      <a:lvl5pPr marL="617537"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5pPr>
      <a:lvl6pPr marL="24231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6pPr>
      <a:lvl7pPr marL="28803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7pPr>
      <a:lvl8pPr marL="33375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8pPr>
      <a:lvl9pPr marL="37947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9pPr>
    </p:bodyStyle>
    <p:otherStyle>
      <a:lvl1pPr marL="0" marR="0" indent="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457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914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1371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18288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22860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2743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3200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3657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9B082B-315C-DD8D-A168-52A194A97853}"/>
              </a:ext>
            </a:extLst>
          </p:cNvPr>
          <p:cNvSpPr>
            <a:spLocks noGrp="1"/>
          </p:cNvSpPr>
          <p:nvPr>
            <p:ph type="body" sz="quarter" idx="22"/>
          </p:nvPr>
        </p:nvSpPr>
        <p:spPr>
          <a:xfrm>
            <a:off x="640800" y="4118205"/>
            <a:ext cx="8280000" cy="451754"/>
          </a:xfrm>
        </p:spPr>
        <p:txBody>
          <a:bodyPr/>
          <a:lstStyle/>
          <a:p>
            <a:r>
              <a:rPr lang="en-US" dirty="0"/>
              <a:t>UiPath </a:t>
            </a:r>
            <a:r>
              <a:rPr lang="en-US" dirty="0" err="1"/>
              <a:t>AgentHack</a:t>
            </a:r>
            <a:r>
              <a:rPr lang="en-US" dirty="0"/>
              <a:t>. Build the AI agents of tomorrow. </a:t>
            </a:r>
            <a:endParaRPr lang="en-MT" dirty="0"/>
          </a:p>
        </p:txBody>
      </p:sp>
      <p:sp>
        <p:nvSpPr>
          <p:cNvPr id="3" name="Title 2">
            <a:extLst>
              <a:ext uri="{FF2B5EF4-FFF2-40B4-BE49-F238E27FC236}">
                <a16:creationId xmlns:a16="http://schemas.microsoft.com/office/drawing/2014/main" id="{FBDEDE4E-6ACF-3A2E-D9B3-191EFDDD253B}"/>
              </a:ext>
            </a:extLst>
          </p:cNvPr>
          <p:cNvSpPr>
            <a:spLocks noGrp="1"/>
          </p:cNvSpPr>
          <p:nvPr>
            <p:ph type="title"/>
          </p:nvPr>
        </p:nvSpPr>
        <p:spPr>
          <a:xfrm>
            <a:off x="640800" y="3080317"/>
            <a:ext cx="8280000" cy="1037888"/>
          </a:xfrm>
        </p:spPr>
        <p:txBody>
          <a:bodyPr/>
          <a:lstStyle/>
          <a:p>
            <a:r>
              <a:rPr lang="en-MT" dirty="0"/>
              <a:t>Otter — Governed Change Control
for LLM Runtimes</a:t>
            </a:r>
            <a:br>
              <a:rPr lang="en-MT" dirty="0"/>
            </a:br>
            <a:r>
              <a:rPr lang="en-MT" dirty="0"/>
              <a:t/>
            </a:r>
          </a:p>
        </p:txBody>
      </p:sp>
    </p:spTree>
    <p:extLst>
      <p:ext uri="{BB962C8B-B14F-4D97-AF65-F5344CB8AC3E}">
        <p14:creationId xmlns:p14="http://schemas.microsoft.com/office/powerpoint/2010/main" val="7499911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AFA35-F81D-0626-83EB-70B088D9B9D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66991E2-8AE2-DD26-A9A4-214B73B61F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55"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6">
            <a:extLst>
              <a:ext uri="{FF2B5EF4-FFF2-40B4-BE49-F238E27FC236}">
                <a16:creationId xmlns:a16="http://schemas.microsoft.com/office/drawing/2014/main" id="{023A3B3B-70DA-4806-B848-C55E152C6CBF}"/>
              </a:ext>
            </a:extLst>
          </p:cNvPr>
          <p:cNvSpPr>
            <a:spLocks noGrp="1"/>
          </p:cNvSpPr>
          <p:nvPr/>
        </p:nvSpPr>
        <p:spPr>
          <a:xfrm>
            <a:off x="308294"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Yu-Hao Chen</a:t>
            </a:r>
          </a:p>
        </p:txBody>
      </p:sp>
      <p:sp>
        <p:nvSpPr>
          <p:cNvPr id="4" name="Text Placeholder 11">
            <a:extLst>
              <a:ext uri="{FF2B5EF4-FFF2-40B4-BE49-F238E27FC236}">
                <a16:creationId xmlns:a16="http://schemas.microsoft.com/office/drawing/2014/main" id="{C50F4400-3C94-4D3A-92CC-2C64D553524A}"/>
              </a:ext>
            </a:extLst>
          </p:cNvPr>
          <p:cNvSpPr>
            <a:spLocks noGrp="1"/>
          </p:cNvSpPr>
          <p:nvPr/>
        </p:nvSpPr>
        <p:spPr>
          <a:xfrm>
            <a:off x="342659" y="5063729"/>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Software Engineer
fongse@gmail.com</a:t>
            </a:r>
          </a:p>
        </p:txBody>
      </p:sp>
      <p:pic>
        <p:nvPicPr>
          <p:cNvPr id="5" name="Picture 2">
            <a:extLst>
              <a:ext uri="{FF2B5EF4-FFF2-40B4-BE49-F238E27FC236}">
                <a16:creationId xmlns:a16="http://schemas.microsoft.com/office/drawing/2014/main" id="{8D8FDD73-F412-713B-3DD2-71DA1C30C4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8334"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6">
            <a:extLst>
              <a:ext uri="{FF2B5EF4-FFF2-40B4-BE49-F238E27FC236}">
                <a16:creationId xmlns:a16="http://schemas.microsoft.com/office/drawing/2014/main" id="{03A01159-846F-0F7B-6E10-2F795B0A06AA}"/>
              </a:ext>
            </a:extLst>
          </p:cNvPr>
          <p:cNvSpPr>
            <a:spLocks noGrp="1"/>
          </p:cNvSpPr>
          <p:nvPr/>
        </p:nvSpPr>
        <p:spPr>
          <a:xfrm>
            <a:off x="3216503" y="4450509"/>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
            </a:r>
          </a:p>
        </p:txBody>
      </p:sp>
      <p:sp>
        <p:nvSpPr>
          <p:cNvPr id="7" name="Text Placeholder 11">
            <a:extLst>
              <a:ext uri="{FF2B5EF4-FFF2-40B4-BE49-F238E27FC236}">
                <a16:creationId xmlns:a16="http://schemas.microsoft.com/office/drawing/2014/main" id="{2D9BC4B5-779B-1958-1E56-3B92969E86DF}"/>
              </a:ext>
            </a:extLst>
          </p:cNvPr>
          <p:cNvSpPr>
            <a:spLocks noGrp="1"/>
          </p:cNvSpPr>
          <p:nvPr/>
        </p:nvSpPr>
        <p:spPr>
          <a:xfrm>
            <a:off x="3105672" y="5062793"/>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
            </a:r>
          </a:p>
        </p:txBody>
      </p:sp>
      <p:pic>
        <p:nvPicPr>
          <p:cNvPr id="8" name="Picture 2">
            <a:extLst>
              <a:ext uri="{FF2B5EF4-FFF2-40B4-BE49-F238E27FC236}">
                <a16:creationId xmlns:a16="http://schemas.microsoft.com/office/drawing/2014/main" id="{7DBA6F5D-90AD-506A-CE4D-89319B51CB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1716" y="1973262"/>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B970237-0361-6A57-6B9D-3344AC7DBB09}"/>
              </a:ext>
            </a:extLst>
          </p:cNvPr>
          <p:cNvSpPr>
            <a:spLocks noGrp="1"/>
          </p:cNvSpPr>
          <p:nvPr/>
        </p:nvSpPr>
        <p:spPr>
          <a:xfrm>
            <a:off x="6148101" y="4450509"/>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
            </a:r>
          </a:p>
        </p:txBody>
      </p:sp>
      <p:sp>
        <p:nvSpPr>
          <p:cNvPr id="10" name="Text Placeholder 11">
            <a:extLst>
              <a:ext uri="{FF2B5EF4-FFF2-40B4-BE49-F238E27FC236}">
                <a16:creationId xmlns:a16="http://schemas.microsoft.com/office/drawing/2014/main" id="{242DAF2E-2BDB-8C60-D764-D5185EBF89A0}"/>
              </a:ext>
            </a:extLst>
          </p:cNvPr>
          <p:cNvSpPr>
            <a:spLocks noGrp="1"/>
          </p:cNvSpPr>
          <p:nvPr/>
        </p:nvSpPr>
        <p:spPr>
          <a:xfrm>
            <a:off x="6148101" y="5060108"/>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
            </a:r>
          </a:p>
        </p:txBody>
      </p:sp>
      <p:pic>
        <p:nvPicPr>
          <p:cNvPr id="11" name="Picture 2">
            <a:extLst>
              <a:ext uri="{FF2B5EF4-FFF2-40B4-BE49-F238E27FC236}">
                <a16:creationId xmlns:a16="http://schemas.microsoft.com/office/drawing/2014/main" id="{49E04C0B-2472-ED45-82CC-742C963F7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5098" y="1973262"/>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6">
            <a:extLst>
              <a:ext uri="{FF2B5EF4-FFF2-40B4-BE49-F238E27FC236}">
                <a16:creationId xmlns:a16="http://schemas.microsoft.com/office/drawing/2014/main" id="{B647BEE1-A482-AA4D-385A-A902F0852F5E}"/>
              </a:ext>
            </a:extLst>
          </p:cNvPr>
          <p:cNvSpPr>
            <a:spLocks noGrp="1"/>
          </p:cNvSpPr>
          <p:nvPr/>
        </p:nvSpPr>
        <p:spPr>
          <a:xfrm>
            <a:off x="8858415"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
            </a:r>
          </a:p>
        </p:txBody>
      </p:sp>
      <p:sp>
        <p:nvSpPr>
          <p:cNvPr id="13" name="Text Placeholder 11">
            <a:extLst>
              <a:ext uri="{FF2B5EF4-FFF2-40B4-BE49-F238E27FC236}">
                <a16:creationId xmlns:a16="http://schemas.microsoft.com/office/drawing/2014/main" id="{D0822F4C-6C78-11B3-C564-A83C5BAD18B2}"/>
              </a:ext>
            </a:extLst>
          </p:cNvPr>
          <p:cNvSpPr>
            <a:spLocks noGrp="1"/>
          </p:cNvSpPr>
          <p:nvPr/>
        </p:nvSpPr>
        <p:spPr>
          <a:xfrm>
            <a:off x="8881502" y="5060108"/>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
            </a:r>
          </a:p>
        </p:txBody>
      </p:sp>
      <p:sp>
        <p:nvSpPr>
          <p:cNvPr id="14" name="Title 1">
            <a:extLst>
              <a:ext uri="{FF2B5EF4-FFF2-40B4-BE49-F238E27FC236}">
                <a16:creationId xmlns:a16="http://schemas.microsoft.com/office/drawing/2014/main" id="{426A5EB7-4B7D-852B-B90D-74E6498EA545}"/>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US" dirty="0"/>
              <a:t>Individual
Otter</a:t>
            </a:r>
            <a:r>
              <a:rPr lang="en-US" b="0" dirty="0"/>
              <a:t/>
            </a:r>
            <a:br>
              <a:rPr lang="en-US" b="0" dirty="0"/>
            </a:br>
            <a:r>
              <a:rPr lang="en-US" dirty="0"/>
              <a:t/>
            </a:r>
            <a:r>
              <a:rPr lang="en-US" b="0" dirty="0"/>
              <a:t/>
            </a:r>
            <a:endParaRPr lang="en-MT" dirty="0"/>
          </a:p>
        </p:txBody>
      </p:sp>
    </p:spTree>
    <p:extLst>
      <p:ext uri="{BB962C8B-B14F-4D97-AF65-F5344CB8AC3E}">
        <p14:creationId xmlns:p14="http://schemas.microsoft.com/office/powerpoint/2010/main" val="223180724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3D97-861B-8216-1596-A30DB1E0C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A60B8-E509-98E7-2FEE-CE8BB6CF2A9D}"/>
              </a:ext>
            </a:extLst>
          </p:cNvPr>
          <p:cNvSpPr>
            <a:spLocks noGrp="1"/>
          </p:cNvSpPr>
          <p:nvPr>
            <p:ph type="title"/>
          </p:nvPr>
        </p:nvSpPr>
        <p:spPr/>
        <p:txBody>
          <a:bodyPr/>
          <a:lstStyle/>
          <a:p>
            <a:r>
              <a:rPr lang="en-GB" dirty="0">
                <a:solidFill>
                  <a:srgbClr val="172024"/>
                </a:solidFill>
              </a:rPr>
              <a:t>Problem statement and proposed solution</a:t>
            </a:r>
            <a:endParaRPr lang="en-MT" dirty="0">
              <a:solidFill>
                <a:srgbClr val="172024"/>
              </a:solidFill>
            </a:endParaRPr>
          </a:p>
        </p:txBody>
      </p:sp>
      <p:sp>
        <p:nvSpPr>
          <p:cNvPr id="10" name="Slide Number Placeholder 9">
            <a:extLst>
              <a:ext uri="{FF2B5EF4-FFF2-40B4-BE49-F238E27FC236}">
                <a16:creationId xmlns:a16="http://schemas.microsoft.com/office/drawing/2014/main" id="{612CFE9D-67C2-DBC8-C1B9-92F9C34115AD}"/>
              </a:ext>
            </a:extLst>
          </p:cNvPr>
          <p:cNvSpPr>
            <a:spLocks noGrp="1"/>
          </p:cNvSpPr>
          <p:nvPr>
            <p:ph type="sldNum" sz="quarter" idx="10"/>
          </p:nvPr>
        </p:nvSpPr>
        <p:spPr/>
        <p:txBody>
          <a:bodyPr/>
          <a:lstStyle/>
          <a:p>
            <a:fld id="{86CB4B4D-7CA3-9044-876B-883B54F8677D}" type="slidenum">
              <a:rPr lang="en-MT" smtClean="0"/>
              <a:t>3</a:t>
            </a:fld>
            <a:endParaRPr lang="en-MT"/>
          </a:p>
        </p:txBody>
      </p:sp>
      <p:sp>
        <p:nvSpPr>
          <p:cNvPr id="3" name="Text Placeholder 2">
            <a:extLst>
              <a:ext uri="{FF2B5EF4-FFF2-40B4-BE49-F238E27FC236}">
                <a16:creationId xmlns:a16="http://schemas.microsoft.com/office/drawing/2014/main" id="{ACA789EF-7679-BC5C-55B2-79105E026D27}"/>
              </a:ext>
            </a:extLst>
          </p:cNvPr>
          <p:cNvSpPr>
            <a:spLocks noGrp="1"/>
          </p:cNvSpPr>
          <p:nvPr>
            <p:ph type="body" sz="quarter" idx="15"/>
          </p:nvPr>
        </p:nvSpPr>
        <p:spPr/>
        <p:txBody>
          <a:bodyPr/>
          <a:lstStyle/>
          <a:p>
            <a:r>
              <a:rPr lang="en-GB" dirty="0"/>
              <a:t>Problem</a:t>
            </a:r>
          </a:p>
        </p:txBody>
      </p:sp>
      <p:sp>
        <p:nvSpPr>
          <p:cNvPr id="4" name="Content Placeholder 3">
            <a:extLst>
              <a:ext uri="{FF2B5EF4-FFF2-40B4-BE49-F238E27FC236}">
                <a16:creationId xmlns:a16="http://schemas.microsoft.com/office/drawing/2014/main" id="{6DEF4AF2-F532-7980-A51E-EB633C18E090}"/>
              </a:ext>
            </a:extLst>
          </p:cNvPr>
          <p:cNvSpPr>
            <a:spLocks noGrp="1"/>
          </p:cNvSpPr>
          <p:nvPr>
            <p:ph idx="16"/>
          </p:nvPr>
        </p:nvSpPr>
        <p:spPr>
          <a:prstGeom prst="rect">
            <a:avLst/>
          </a:prstGeom>
        </p:spPr>
        <p:txBody>
          <a:bodyPr/>
          <a:lstStyle/>
          <a:p>
            <a:pPr marL="285750" indent="-285750" fontAlgn="base">
              <a:buFont typeface="Arial" panose="020B0604020202020204" pitchFamily="34" charset="0"/>
              <a:buChar char="•"/>
            </a:pPr>
            <a:r>
              <a:rPr lang="en-US" dirty="0"/>
              <a:t>When a production LLM provider degrades, teams switch models manually — no evidence trail, no approval gate, no rollback plan.</a:t>
            </a:r>
          </a:p>
          <a:p>
            <a:pPr marL="285750" indent="-285750" fontAlgn="base">
              <a:buFont typeface="Arial" panose="020B0604020202020204" pitchFamily="34" charset="0"/>
              <a:buChar char="•"/>
            </a:pPr>
            <a:r>
              <a:rPr lang="en-US" dirty="0"/>
              <a:t>Ad-hoc failover is a governance gap that grows with every model dependency.</a:t>
            </a:r>
          </a:p>
        </p:txBody>
      </p:sp>
      <p:sp>
        <p:nvSpPr>
          <p:cNvPr id="5" name="Text Placeholder 4">
            <a:extLst>
              <a:ext uri="{FF2B5EF4-FFF2-40B4-BE49-F238E27FC236}">
                <a16:creationId xmlns:a16="http://schemas.microsoft.com/office/drawing/2014/main" id="{CF86218D-58D1-4DB9-D829-CC6DC53A0A26}"/>
              </a:ext>
            </a:extLst>
          </p:cNvPr>
          <p:cNvSpPr>
            <a:spLocks noGrp="1"/>
          </p:cNvSpPr>
          <p:nvPr>
            <p:ph type="body" sz="quarter" idx="17"/>
          </p:nvPr>
        </p:nvSpPr>
        <p:spPr/>
        <p:txBody>
          <a:bodyPr/>
          <a:lstStyle/>
          <a:p>
            <a:r>
              <a:rPr lang="en-GB" dirty="0"/>
              <a:t>Solution</a:t>
            </a:r>
          </a:p>
        </p:txBody>
      </p:sp>
      <p:sp>
        <p:nvSpPr>
          <p:cNvPr id="6" name="Content Placeholder 5">
            <a:extLst>
              <a:ext uri="{FF2B5EF4-FFF2-40B4-BE49-F238E27FC236}">
                <a16:creationId xmlns:a16="http://schemas.microsoft.com/office/drawing/2014/main" id="{39D3F4E2-81AA-B610-6D1B-F0DAA1E2611A}"/>
              </a:ext>
            </a:extLst>
          </p:cNvPr>
          <p:cNvSpPr>
            <a:spLocks noGrp="1"/>
          </p:cNvSpPr>
          <p:nvPr>
            <p:ph idx="18"/>
          </p:nvPr>
        </p:nvSpPr>
        <p:spPr/>
        <p:txBody>
          <a:bodyPr/>
          <a:lstStyle/>
          <a:p>
            <a:pPr marL="285750" indent="-285750" fontAlgn="base">
              <a:buFont typeface="Arial" panose="020B0604020202020204" pitchFamily="34" charset="0"/>
              <a:buChar char="•"/>
            </a:pPr>
            <a:r>
              <a:rPr lang="en-US" dirty="0"/>
              <a:t>10-node BPMN workflow on UiPath Maestro: parallel evidence gathering, AI diagnosis, policy-gated approval, canary kill-switch.</a:t>
            </a:r>
          </a:p>
          <a:p>
            <a:pPr marL="285750" indent="-285750" fontAlgn="base">
              <a:buFont typeface="Arial" panose="020B0604020202020204" pitchFamily="34" charset="0"/>
              <a:buChar char="•"/>
            </a:pPr>
            <a:r>
              <a:rPr lang="en-US" dirty="0"/>
              <a:t>Every node exchanges typed Pydantic contracts — the graph rejects malformed data at runtime.</a:t>
            </a:r>
          </a:p>
        </p:txBody>
      </p:sp>
    </p:spTree>
    <p:extLst>
      <p:ext uri="{BB962C8B-B14F-4D97-AF65-F5344CB8AC3E}">
        <p14:creationId xmlns:p14="http://schemas.microsoft.com/office/powerpoint/2010/main" val="388946008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A98F-0D34-4F65-DE46-AE03205ED290}"/>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AD4CB4D1-7370-9D56-91FE-E94FD0B5521C}"/>
              </a:ext>
            </a:extLst>
          </p:cNvPr>
          <p:cNvSpPr txBox="1">
            <a:spLocks/>
          </p:cNvSpPr>
          <p:nvPr/>
        </p:nvSpPr>
        <p:spPr>
          <a:xfrm>
            <a:off x="259203" y="360000"/>
            <a:ext cx="9000000" cy="499928"/>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Benefits and technologies used</a:t>
            </a:r>
            <a:endParaRPr lang="en-MT" dirty="0"/>
          </a:p>
        </p:txBody>
      </p:sp>
      <p:sp>
        <p:nvSpPr>
          <p:cNvPr id="3" name="Slide Number">
            <a:extLst>
              <a:ext uri="{FF2B5EF4-FFF2-40B4-BE49-F238E27FC236}">
                <a16:creationId xmlns:a16="http://schemas.microsoft.com/office/drawing/2014/main" id="{3318ADF4-66DC-932F-99DD-DE3F238E9B1F}"/>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graphicFrame>
        <p:nvGraphicFramePr>
          <p:cNvPr id="4" name="Table 3">
            <a:extLst>
              <a:ext uri="{FF2B5EF4-FFF2-40B4-BE49-F238E27FC236}">
                <a16:creationId xmlns:a16="http://schemas.microsoft.com/office/drawing/2014/main" id="{D6412797-89F7-45B5-CEE9-E11B1345AA3A}"/>
              </a:ext>
            </a:extLst>
          </p:cNvPr>
          <p:cNvGraphicFramePr>
            <a:graphicFrameLocks noGrp="1"/>
          </p:cNvGraphicFramePr>
          <p:nvPr>
            <p:extLst>
              <p:ext uri="{D42A27DB-BD31-4B8C-83A1-F6EECF244321}">
                <p14:modId xmlns:p14="http://schemas.microsoft.com/office/powerpoint/2010/main" val="1692350897"/>
              </p:ext>
            </p:extLst>
          </p:nvPr>
        </p:nvGraphicFramePr>
        <p:xfrm>
          <a:off x="359999" y="1506261"/>
          <a:ext cx="5006658" cy="4991737"/>
        </p:xfrm>
        <a:graphic>
          <a:graphicData uri="http://schemas.openxmlformats.org/drawingml/2006/table">
            <a:tbl>
              <a:tblPr/>
              <a:tblGrid>
                <a:gridCol w="2503329">
                  <a:extLst>
                    <a:ext uri="{9D8B030D-6E8A-4147-A177-3AD203B41FA5}">
                      <a16:colId xmlns:a16="http://schemas.microsoft.com/office/drawing/2014/main" val="1797263825"/>
                    </a:ext>
                  </a:extLst>
                </a:gridCol>
                <a:gridCol w="2503329">
                  <a:extLst>
                    <a:ext uri="{9D8B030D-6E8A-4147-A177-3AD203B41FA5}">
                      <a16:colId xmlns:a16="http://schemas.microsoft.com/office/drawing/2014/main" val="4089649546"/>
                    </a:ext>
                  </a:extLst>
                </a:gridCol>
              </a:tblGrid>
              <a:tr h="997533">
                <a:tc>
                  <a:txBody>
                    <a:bodyPr/>
                    <a:lstStyle/>
                    <a:p>
                      <a:r>
                        <a:t>End-user</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r>
                        <a:t>SRE / ML platform teams</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484696175"/>
                  </a:ext>
                </a:extLst>
              </a:tr>
              <a:tr h="997533">
                <a:tc>
                  <a:txBody>
                    <a:bodyPr/>
                    <a:lstStyle/>
                    <a:p>
                      <a:r>
                        <a:t>User department</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r>
                        <a:t>Platform Engineering / MLOps</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025955541"/>
                  </a:ext>
                </a:extLst>
              </a:tr>
              <a:tr h="997533">
                <a:tc>
                  <a:txBody>
                    <a:bodyPr/>
                    <a:lstStyle/>
                    <a:p>
                      <a:r>
                        <a:t>Industries</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r>
                        <a:t>Any org running LLMs in production</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3613447538"/>
                  </a:ext>
                </a:extLst>
              </a:tr>
              <a:tr h="997533">
                <a:tc>
                  <a:txBody>
                    <a:bodyPr/>
                    <a:lstStyle/>
                    <a:p>
                      <a:r>
                        <a:t>UiPath products</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r>
                        <a:t>Maestro, Orchestrator, Coded Agents</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221151595"/>
                  </a:ext>
                </a:extLst>
              </a:tr>
              <a:tr h="1001605">
                <a:tc>
                  <a:txBody>
                    <a:bodyPr/>
                    <a:lstStyle/>
                    <a:p>
                      <a:r>
                        <a:t>Other tech</a:t>
                      </a: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tc>
                  <a:txBody>
                    <a:bodyPr/>
                    <a:lstStyle/>
                    <a:p>
                      <a:r>
                        <a:t>LangGraph, Gemini Flash, Pydantic v2</a:t>
                      </a: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extLst>
                  <a:ext uri="{0D108BD9-81ED-4DB2-BD59-A6C34878D82A}">
                    <a16:rowId xmlns:a16="http://schemas.microsoft.com/office/drawing/2014/main" val="1265993834"/>
                  </a:ext>
                </a:extLst>
              </a:tr>
            </a:tbl>
          </a:graphicData>
        </a:graphic>
      </p:graphicFrame>
      <p:sp>
        <p:nvSpPr>
          <p:cNvPr id="5" name="Rectangle 1">
            <a:extLst>
              <a:ext uri="{FF2B5EF4-FFF2-40B4-BE49-F238E27FC236}">
                <a16:creationId xmlns:a16="http://schemas.microsoft.com/office/drawing/2014/main" id="{FDDB8F6C-6FD2-1712-F7ED-DE2D595FD1C3}"/>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 Placeholder 25">
            <a:extLst>
              <a:ext uri="{FF2B5EF4-FFF2-40B4-BE49-F238E27FC236}">
                <a16:creationId xmlns:a16="http://schemas.microsoft.com/office/drawing/2014/main" id="{529D93D7-AC19-31FD-0A31-FCBFBA9AFD4D}"/>
              </a:ext>
            </a:extLst>
          </p:cNvPr>
          <p:cNvSpPr>
            <a:spLocks noGrp="1"/>
          </p:cNvSpPr>
          <p:nvPr/>
        </p:nvSpPr>
        <p:spPr>
          <a:xfrm>
            <a:off x="6422266" y="770263"/>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Benefits, impact and outcomes</a:t>
            </a:r>
          </a:p>
        </p:txBody>
      </p:sp>
      <p:sp>
        <p:nvSpPr>
          <p:cNvPr id="7" name="Content Placeholder 32">
            <a:extLst>
              <a:ext uri="{FF2B5EF4-FFF2-40B4-BE49-F238E27FC236}">
                <a16:creationId xmlns:a16="http://schemas.microsoft.com/office/drawing/2014/main" id="{AFAA334A-A9E5-9A6B-D433-4770703EF4AD}"/>
              </a:ext>
            </a:extLst>
          </p:cNvPr>
          <p:cNvSpPr txBox="1">
            <a:spLocks/>
          </p:cNvSpPr>
          <p:nvPr/>
        </p:nvSpPr>
        <p:spPr>
          <a:xfrm>
            <a:off x="6318751" y="1506260"/>
            <a:ext cx="5500550"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1800" b="0" dirty="0">
                <a:solidFill>
                  <a:schemeClr val="bg1"/>
                </a:solidFill>
              </a:rPr>
              <a:t>• Model switch decisions backed by evidence, not intuition</a:t>
            </a:r>
          </a:p>
          <a:p>
            <a:pPr marL="285750" indent="-285750">
              <a:buFont typeface="Arial" panose="020B0604020202020204" pitchFamily="34" charset="0"/>
              <a:buChar char="•"/>
            </a:pPr>
            <a:r>
              <a:rPr lang="en-US" sz="1800" b="0" dirty="0">
                <a:solidFill>
                  <a:schemeClr val="bg1"/>
                </a:solidFill>
              </a:rPr>
              <a:t>• Policy gate prevents unauthorized routing changes</a:t>
            </a:r>
          </a:p>
        </p:txBody>
      </p:sp>
      <p:sp>
        <p:nvSpPr>
          <p:cNvPr id="8" name="Text Placeholder 25">
            <a:extLst>
              <a:ext uri="{FF2B5EF4-FFF2-40B4-BE49-F238E27FC236}">
                <a16:creationId xmlns:a16="http://schemas.microsoft.com/office/drawing/2014/main" id="{41C52358-4F5E-423D-E7FA-F4BB97C68355}"/>
              </a:ext>
            </a:extLst>
          </p:cNvPr>
          <p:cNvSpPr>
            <a:spLocks noGrp="1"/>
          </p:cNvSpPr>
          <p:nvPr/>
        </p:nvSpPr>
        <p:spPr>
          <a:xfrm>
            <a:off x="359999" y="810000"/>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Details</a:t>
            </a:r>
          </a:p>
        </p:txBody>
      </p:sp>
    </p:spTree>
    <p:extLst>
      <p:ext uri="{BB962C8B-B14F-4D97-AF65-F5344CB8AC3E}">
        <p14:creationId xmlns:p14="http://schemas.microsoft.com/office/powerpoint/2010/main" val="9207318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C5ABE-B1E7-E0F4-F9C1-1C0EF8D99D9D}"/>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769EFCAF-5C74-EB05-21F5-2D2BC2E0EABB}"/>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5" name="Rectangle 1">
            <a:extLst>
              <a:ext uri="{FF2B5EF4-FFF2-40B4-BE49-F238E27FC236}">
                <a16:creationId xmlns:a16="http://schemas.microsoft.com/office/drawing/2014/main" id="{D988C2DD-493B-5D96-F19B-E505FAFF2D0F}"/>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E33809C1-421A-FEE4-C2CB-3DA05EF49DDB}"/>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a:t>Solution architecture</a:t>
            </a:r>
            <a:endParaRPr lang="en-MT" dirty="0"/>
          </a:p>
        </p:txBody>
      </p:sp>
      <p:sp>
        <p:nvSpPr>
          <p:cNvPr id="4" name="Content Placeholder 32">
            <a:extLst>
              <a:ext uri="{FF2B5EF4-FFF2-40B4-BE49-F238E27FC236}">
                <a16:creationId xmlns:a16="http://schemas.microsoft.com/office/drawing/2014/main" id="{03A6AAA2-CFF2-6048-0FF5-456004E6B92D}"/>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b="0" dirty="0">
                <a:solidFill>
                  <a:schemeClr val="bg1"/>
                </a:solidFill>
              </a:rPr>
              <a:t/>
            </a:r>
            <a:br>
              <a:rPr lang="en-US" sz="1800" b="0" dirty="0">
                <a:solidFill>
                  <a:schemeClr val="bg1"/>
                </a:solidFill>
              </a:rPr>
            </a:br>
            <a:endParaRPr lang="en-US" sz="1800" b="0" dirty="0">
              <a:solidFill>
                <a:schemeClr val="bg1"/>
              </a:solidFill>
            </a:endParaRPr>
          </a:p>
        </p:txBody>
      </p:sp>
      <p:pic>
        <p:nvPicPr>
          <p:cNvPr id="6" name="Picture 5" descr="02-architecture.jpg"/>
          <p:cNvPicPr>
            <a:picLocks noChangeAspect="1"/>
          </p:cNvPicPr>
          <p:nvPr/>
        </p:nvPicPr>
        <p:blipFill>
          <a:blip r:embed="rId2"/>
          <a:stretch>
            <a:fillRect/>
          </a:stretch>
        </p:blipFill>
        <p:spPr>
          <a:xfrm>
            <a:off x="359999" y="1506260"/>
            <a:ext cx="11459302" cy="4426764"/>
          </a:xfrm>
          <a:prstGeom prst="rect">
            <a:avLst/>
          </a:prstGeom>
        </p:spPr>
      </p:pic>
    </p:spTree>
    <p:extLst>
      <p:ext uri="{BB962C8B-B14F-4D97-AF65-F5344CB8AC3E}">
        <p14:creationId xmlns:p14="http://schemas.microsoft.com/office/powerpoint/2010/main" val="21037265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6939-4992-93D2-F302-D02CECF6C8D1}"/>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6C4E72B3-93AC-C753-7A84-C1CD66A5B0E1}"/>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
        <p:nvSpPr>
          <p:cNvPr id="5" name="Rectangle 1">
            <a:extLst>
              <a:ext uri="{FF2B5EF4-FFF2-40B4-BE49-F238E27FC236}">
                <a16:creationId xmlns:a16="http://schemas.microsoft.com/office/drawing/2014/main" id="{01843E0A-2036-C699-04BE-44B828C31B55}"/>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BEFB8217-129D-D95A-BB32-442DB9B98EF6}"/>
              </a:ext>
            </a:extLst>
          </p:cNvPr>
          <p:cNvSpPr txBox="1">
            <a:spLocks/>
          </p:cNvSpPr>
          <p:nvPr/>
        </p:nvSpPr>
        <p:spPr>
          <a:xfrm>
            <a:off x="359999" y="518044"/>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Demo Highlights</a:t>
            </a:r>
            <a:endParaRPr lang="en-MT" dirty="0"/>
          </a:p>
        </p:txBody>
      </p:sp>
      <p:sp>
        <p:nvSpPr>
          <p:cNvPr id="6" name="Content Placeholder 32">
            <a:extLst>
              <a:ext uri="{FF2B5EF4-FFF2-40B4-BE49-F238E27FC236}">
                <a16:creationId xmlns:a16="http://schemas.microsoft.com/office/drawing/2014/main" id="{923C445F-3F02-3F28-536A-78F2019EEC9B}"/>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b="0" dirty="0">
                <a:solidFill>
                  <a:schemeClr val="bg1"/>
                </a:solidFill>
              </a:rPr>
              <a:t>• 10 BPMN nodes, 11 Pydantic schemas, extra='forbid'</a:t>
            </a:r>
          </a:p>
          <a:p>
            <a:r>
              <a:rPr lang="en-US" sz="1800" b="0" dirty="0">
                <a:solidFill>
                  <a:schemeClr val="bg1"/>
                </a:solidFill>
              </a:rPr>
              <a:t>However, make sure you keep it under 10 slides. </a:t>
            </a:r>
          </a:p>
          <a:p>
            <a:r>
              <a:t>• Parallel gateway: metrics + vendor status agents</a:t>
            </a:r>
          </a:p>
          <a:p>
            <a:r>
              <a:t>• Conditional branch: eval/drift only on proactive triggers</a:t>
            </a:r>
          </a:p>
          <a:p>
            <a:r>
              <a:t>• Diagnosis agent: live Gemini function-calling</a:t>
            </a:r>
          </a:p>
          <a:p>
            <a:r>
              <a:t>• Canary regression → automatic rollback</a:t>
            </a:r>
          </a:p>
          <a:p>
            <a:r>
              <a:t>• Deployed on UiPath Maestro (Process ID 1905463)</a:t>
            </a:r>
          </a:p>
        </p:txBody>
      </p:sp>
    </p:spTree>
    <p:extLst>
      <p:ext uri="{BB962C8B-B14F-4D97-AF65-F5344CB8AC3E}">
        <p14:creationId xmlns:p14="http://schemas.microsoft.com/office/powerpoint/2010/main" val="189117309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158FD-BD27-6FA8-1273-E9EC258BED5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E1806CF-B883-489C-2357-0C8CD1471272}"/>
              </a:ext>
            </a:extLst>
          </p:cNvPr>
          <p:cNvSpPr>
            <a:spLocks noGrp="1"/>
          </p:cNvSpPr>
          <p:nvPr>
            <p:ph type="title"/>
          </p:nvPr>
        </p:nvSpPr>
        <p:spPr/>
        <p:txBody>
          <a:bodyPr/>
          <a:lstStyle/>
          <a:p>
            <a:r>
              <a:rPr lang="en-MT" dirty="0"/>
              <a:t>Governed model routing —
not ad-hoc failover.
github.com/cyh7789/otter</a:t>
            </a:r>
          </a:p>
        </p:txBody>
      </p:sp>
    </p:spTree>
    <p:extLst>
      <p:ext uri="{BB962C8B-B14F-4D97-AF65-F5344CB8AC3E}">
        <p14:creationId xmlns:p14="http://schemas.microsoft.com/office/powerpoint/2010/main" val="62120523"/>
      </p:ext>
    </p:extLst>
  </p:cSld>
  <p:clrMapOvr>
    <a:masterClrMapping/>
  </p:clrMapOvr>
  <p:transition spd="med"/>
</p:sld>
</file>

<file path=ppt/theme/theme1.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E0D1C449-7FB6-E94B-836A-309631D964BC}" vid="{36C921A7-E0A5-4546-8255-4EC35B91BE8A}"/>
    </a:ext>
  </a:extLst>
</a:theme>
</file>

<file path=ppt/theme/theme2.xml><?xml version="1.0" encoding="utf-8"?>
<a:theme xmlns:a="http://schemas.openxmlformats.org/drawingml/2006/main" name="Primary Presentation Layouts">
  <a:themeElements>
    <a:clrScheme name="Primary Presentation Layouts">
      <a:dk1>
        <a:srgbClr val="000000"/>
      </a:dk1>
      <a:lt1>
        <a:srgbClr val="FFFFFF"/>
      </a:lt1>
      <a:dk2>
        <a:srgbClr val="9D9D9D"/>
      </a:dk2>
      <a:lt2>
        <a:srgbClr val="A32200"/>
      </a:lt2>
      <a:accent1>
        <a:srgbClr val="FCC0C5"/>
      </a:accent1>
      <a:accent2>
        <a:srgbClr val="5BCBDE"/>
      </a:accent2>
      <a:accent3>
        <a:srgbClr val="F6F6F6"/>
      </a:accent3>
      <a:accent4>
        <a:srgbClr val="434648"/>
      </a:accent4>
      <a:accent5>
        <a:srgbClr val="FFCBFF"/>
      </a:accent5>
      <a:accent6>
        <a:srgbClr val="1168CD"/>
      </a:accent6>
      <a:hlink>
        <a:srgbClr val="0000FF"/>
      </a:hlink>
      <a:folHlink>
        <a:srgbClr val="FF00FF"/>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586BB0CA657274B8C976C7E0436D499" ma:contentTypeVersion="22" ma:contentTypeDescription="Create a new document." ma:contentTypeScope="" ma:versionID="089dd435892c48914cdcc61cad93c74c">
  <xsd:schema xmlns:xsd="http://www.w3.org/2001/XMLSchema" xmlns:xs="http://www.w3.org/2001/XMLSchema" xmlns:p="http://schemas.microsoft.com/office/2006/metadata/properties" xmlns:ns1="http://schemas.microsoft.com/sharepoint/v3" xmlns:ns2="5480af4b-b6c5-4b62-abbf-9db793521990" xmlns:ns3="f5f250e4-2cf5-4e3d-922a-2a876ee07fc4" targetNamespace="http://schemas.microsoft.com/office/2006/metadata/properties" ma:root="true" ma:fieldsID="ab69233260927e1bd6ddfe9e60c5ce62" ns1:_="" ns2:_="" ns3:_="">
    <xsd:import namespace="http://schemas.microsoft.com/sharepoint/v3"/>
    <xsd:import namespace="5480af4b-b6c5-4b62-abbf-9db793521990"/>
    <xsd:import namespace="f5f250e4-2cf5-4e3d-922a-2a876ee07f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element ref="ns2:July" minOccurs="0"/>
                <xsd:element ref="ns2:MediaServiceSearchProperties" minOccurs="0"/>
                <xsd:element ref="ns2:MediaServiceObjectDetectorVersion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80af4b-b6c5-4b62-abbf-9db7935219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aa64814-f827-41fa-8057-0fb5da987058" ma:termSetId="09814cd3-568e-fe90-9814-8d621ff8fb84" ma:anchorId="fba54fb3-c3e1-fe81-a776-ca4b69148c4d" ma:open="true" ma:isKeyword="false">
      <xsd:complexType>
        <xsd:sequence>
          <xsd:element ref="pc:Terms" minOccurs="0" maxOccurs="1"/>
        </xsd:sequence>
      </xsd:complexType>
    </xsd:element>
    <xsd:element name="July" ma:index="24" nillable="true" ma:displayName="July" ma:default="2023-01-31T00:00:00Z" ma:format="DateOnly" ma:internalName="July">
      <xsd:simpleType>
        <xsd:restriction base="dms:DateTim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5f250e4-2cf5-4e3d-922a-2a876ee07f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0aa707c-1209-4a5e-baba-bf9dbd791563}" ma:internalName="TaxCatchAll" ma:showField="CatchAllData" ma:web="f5f250e4-2cf5-4e3d-922a-2a876ee07f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480af4b-b6c5-4b62-abbf-9db793521990">
      <Terms xmlns="http://schemas.microsoft.com/office/infopath/2007/PartnerControls"/>
    </lcf76f155ced4ddcb4097134ff3c332f>
    <TaxCatchAll xmlns="f5f250e4-2cf5-4e3d-922a-2a876ee07fc4" xsi:nil="true"/>
    <July xmlns="5480af4b-b6c5-4b62-abbf-9db793521990">2023-01-31T00:00:00+00:00</July>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833EDC0-866E-4DC3-8CC5-83B041C91F15}">
  <ds:schemaRefs>
    <ds:schemaRef ds:uri="http://schemas.microsoft.com/sharepoint/v3/contenttype/forms"/>
  </ds:schemaRefs>
</ds:datastoreItem>
</file>

<file path=customXml/itemProps2.xml><?xml version="1.0" encoding="utf-8"?>
<ds:datastoreItem xmlns:ds="http://schemas.openxmlformats.org/officeDocument/2006/customXml" ds:itemID="{2080B887-0E6F-4A31-9619-EC346D26A7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480af4b-b6c5-4b62-abbf-9db793521990"/>
    <ds:schemaRef ds:uri="f5f250e4-2cf5-4e3d-922a-2a876ee07f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6114350-ED84-4028-A932-6660292FDA82}">
  <ds:schemaRefs>
    <ds:schemaRef ds:uri="http://purl.org/dc/terms/"/>
    <ds:schemaRef ds:uri="f5f250e4-2cf5-4e3d-922a-2a876ee07fc4"/>
    <ds:schemaRef ds:uri="http://schemas.microsoft.com/office/infopath/2007/PartnerControls"/>
    <ds:schemaRef ds:uri="http://purl.org/dc/dcmitype/"/>
    <ds:schemaRef ds:uri="http://schemas.microsoft.com/office/2006/documentManagement/types"/>
    <ds:schemaRef ds:uri="http://www.w3.org/XML/1998/namespace"/>
    <ds:schemaRef ds:uri="http://schemas.openxmlformats.org/package/2006/metadata/core-properties"/>
    <ds:schemaRef ds:uri="http://purl.org/dc/elements/1.1/"/>
    <ds:schemaRef ds:uri="http://schemas.microsoft.com/sharepoint/v3"/>
    <ds:schemaRef ds:uri="5480af4b-b6c5-4b62-abbf-9db79352199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UiP001 Master PPT Refresh 20250502 1</Template>
  <TotalTime>9</TotalTime>
  <Words>251</Words>
  <Application>Microsoft Office PowerPoint</Application>
  <PresentationFormat>Custom</PresentationFormat>
  <Paragraphs>46</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Primary Presentation Layouts</vt:lpstr>
      <vt:lpstr>Presentation title goes here in maximum 2 lines.</vt:lpstr>
      <vt:lpstr>PowerPoint Presentation</vt:lpstr>
      <vt:lpstr>Problem statement and proposed solution</vt:lpstr>
      <vt:lpstr>PowerPoint Presentation</vt:lpstr>
      <vt:lpstr>PowerPoint Presentation</vt:lpstr>
      <vt:lpstr>PowerPoint Presentation</vt:lpstr>
      <vt:lpstr>Closing message goes here.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Andreea Tomescu</dc:creator>
  <cp:keywords/>
  <dc:description/>
  <cp:lastModifiedBy>Ana-Maria Bulhac</cp:lastModifiedBy>
  <cp:revision>2</cp:revision>
  <dcterms:created xsi:type="dcterms:W3CDTF">2025-06-06T15:41:05Z</dcterms:created>
  <dcterms:modified xsi:type="dcterms:W3CDTF">2026-05-14T18:01:11Z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0x0101006586BB0CA657274B8C976C7E0436D499</vt:lpwstr>
  </property>
  <property fmtid="{D5CDD505-2E9C-101B-9397-08002B2CF9AE}" pid="3" name="MediaServiceImageTags">
    <vt:lpwstr/>
  </property>
</Properties>
</file>